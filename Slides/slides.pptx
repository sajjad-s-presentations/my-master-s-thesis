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</p:sldMasterIdLst>
  <p:notesMasterIdLst>
    <p:notesMasterId r:id="rId41"/>
  </p:notesMasterIdLst>
  <p:sldIdLst>
    <p:sldId id="457" r:id="rId3"/>
    <p:sldId id="459" r:id="rId4"/>
    <p:sldId id="261" r:id="rId5"/>
    <p:sldId id="264" r:id="rId6"/>
    <p:sldId id="455" r:id="rId7"/>
    <p:sldId id="456" r:id="rId8"/>
    <p:sldId id="439" r:id="rId9"/>
    <p:sldId id="440" r:id="rId10"/>
    <p:sldId id="441" r:id="rId11"/>
    <p:sldId id="442" r:id="rId12"/>
    <p:sldId id="460" r:id="rId13"/>
    <p:sldId id="461" r:id="rId14"/>
    <p:sldId id="443" r:id="rId15"/>
    <p:sldId id="444" r:id="rId16"/>
    <p:sldId id="445" r:id="rId17"/>
    <p:sldId id="446" r:id="rId18"/>
    <p:sldId id="447" r:id="rId19"/>
    <p:sldId id="448" r:id="rId20"/>
    <p:sldId id="449" r:id="rId21"/>
    <p:sldId id="450" r:id="rId22"/>
    <p:sldId id="454" r:id="rId23"/>
    <p:sldId id="451" r:id="rId24"/>
    <p:sldId id="452" r:id="rId25"/>
    <p:sldId id="453" r:id="rId26"/>
    <p:sldId id="429" r:id="rId27"/>
    <p:sldId id="438" r:id="rId28"/>
    <p:sldId id="265" r:id="rId29"/>
    <p:sldId id="430" r:id="rId30"/>
    <p:sldId id="434" r:id="rId31"/>
    <p:sldId id="428" r:id="rId32"/>
    <p:sldId id="431" r:id="rId33"/>
    <p:sldId id="435" r:id="rId34"/>
    <p:sldId id="432" r:id="rId35"/>
    <p:sldId id="436" r:id="rId36"/>
    <p:sldId id="433" r:id="rId37"/>
    <p:sldId id="437" r:id="rId38"/>
    <p:sldId id="427" r:id="rId39"/>
    <p:sldId id="347" r:id="rId40"/>
  </p:sldIdLst>
  <p:sldSz cx="12192000" cy="6858000"/>
  <p:notesSz cx="6858000" cy="9144000"/>
  <p:embeddedFontLst>
    <p:embeddedFont>
      <p:font typeface="B Titr" panose="00000700000000000000" pitchFamily="2" charset="-78"/>
      <p:bold r:id="rId42"/>
    </p:embeddedFont>
    <p:embeddedFont>
      <p:font typeface="Estedad Black" panose="020B0604020202020204" charset="-78"/>
      <p:bold r:id="rId43"/>
    </p:embeddedFont>
    <p:embeddedFont>
      <p:font typeface="S Besmellah 1" panose="020B0604020202020204" charset="0"/>
      <p:regular r:id="rId44"/>
    </p:embeddedFont>
    <p:embeddedFont>
      <p:font typeface="Samim FD" panose="020B0603030804020204" charset="0"/>
      <p:regular r:id="rId45"/>
      <p:bold r:id="rId46"/>
    </p:embeddedFont>
    <p:embeddedFont>
      <p:font typeface="Shabnam" panose="020B0604020202020204" charset="-78"/>
      <p:regular r:id="rId47"/>
      <p:bold r:id="rId48"/>
    </p:embeddedFont>
    <p:embeddedFont>
      <p:font typeface="Vazir FD" pitchFamily="2" charset="-78"/>
      <p:regular r:id="rId49"/>
      <p:bold r:id="rId50"/>
    </p:embeddedFont>
    <p:embeddedFont>
      <p:font typeface="Vazir Light FD" pitchFamily="2" charset="-78"/>
      <p:regular r:id="rId51"/>
    </p:embeddedFont>
  </p:embeddedFontLst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807AF2"/>
    <a:srgbClr val="388600"/>
    <a:srgbClr val="262344"/>
    <a:srgbClr val="0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660"/>
  </p:normalViewPr>
  <p:slideViewPr>
    <p:cSldViewPr snapToGrid="0">
      <p:cViewPr varScale="1">
        <p:scale>
          <a:sx n="69" d="100"/>
          <a:sy n="69" d="100"/>
        </p:scale>
        <p:origin x="93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4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3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6.xml"/><Relationship Id="rId51" Type="http://schemas.openxmlformats.org/officeDocument/2006/relationships/font" Target="fonts/font10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5.fntdata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491A606E-C30F-41E2-A6FE-2CBDA183F185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24C98080-FADA-4EED-8236-4142F46010A9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64262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78206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99A7-4D7F-48FC-B9CB-D78A4D4F3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68BE1-FDAA-4A2C-B64A-91538170F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826DD-AB57-42A7-80F4-00A9E72D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39906-FCA0-4361-836A-FCAA57C1B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F5C0A-C251-49BB-90AC-62A38F35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10189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B9BD-7E96-4FA4-8EE4-E9636112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00133-91FC-4F5C-8FE5-F904BFDC3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D5044-41B5-4690-A94C-F1A3BBBB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B23B3-9258-496D-A8CC-0E64C74A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30858-70BF-4859-870B-699D3867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1271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A2BC-E1D5-40C0-BE08-06088BD75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EFBC4-8998-4D04-8008-66934A50D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809E0-0C06-4E66-8735-67381523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8590B-57D3-4969-B932-2751A109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3E59F-AE73-4EBC-AB02-0B40AD40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0962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736B-5D3C-4F9F-9801-562E1C58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5525-EF91-401B-A114-A1B512E9F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D15F1-369A-4866-A710-256D923A9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1D201-8E0F-4181-AC20-EA4E8755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AF6EA-75BF-4855-9689-883D484A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7942E-3DE9-4FEC-9DEF-79B42CA7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7070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7C2B-7067-4ACB-8C1B-E2FC7F49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654A0-C004-4E92-8107-0D2694093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522B5-D356-4BAD-8EF2-8C580B65B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680A6-86CB-46D9-9ED5-38A990898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A975D-99B0-4E9E-8382-705EE9DB2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0908A8-7A81-4CD0-9FA3-267F4819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136155-98AC-44DD-8672-3667D2CBB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D19F12-6834-45F4-A98A-BD7383F5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8274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F70B1-87CD-4FA7-B162-32FC47167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2D66C-C5AE-455D-AE60-0BEBE14B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0E86E-7F7D-4342-9C3F-DB8FB2ACA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CEA41-2F25-43B4-9E36-58156417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4966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C6C159-70F4-47A6-AD2E-429940B0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85042-09BF-48FF-A15B-56FD7E86D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902A0-3A6B-4511-9D9B-165F6327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6081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526B-968D-45DD-B170-9388ADAA6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D6463-BC8F-4F5E-84D1-9898C4AEE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D5448-5688-44FC-91B4-68FDC9847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6CCB0-4512-4416-9143-963C62DA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B1292-9426-4848-B38D-2F6CF26BB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AC500-F225-4ED6-807D-589A3B39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640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CFB1-963D-4534-B189-2022479CB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7FB949-A1A3-4D1F-96C2-B5094650C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DE676-A637-4D00-B576-CFE2D366D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D3186-342D-4E34-BB34-774DE602F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28BB6-FD34-41A3-BC30-93B824CA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1DF70-A674-45C4-BF1D-E4D59BEF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161559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6A65E-94E1-4F87-ABD6-B8BF51E57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8DF7F-D0E8-47C4-A4EC-EE443B0BE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C7293-9600-4868-A087-911DF2BE9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5D2F5-AE12-4337-8792-60EB051E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028D1-08E9-4AE8-9D2A-D81B3B9A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2260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12BB4-6CB8-45B7-92B4-E81494690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E9093-558F-4F40-A699-B8844AD1B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1B48-8C67-4665-BC28-2B52C9DC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0232C-51A3-486D-9FBF-30739B55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DC378-AEAB-4DE9-BFA5-E694F38A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12839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883DD3-C08B-4D98-ACCC-231C74BA36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97318" y="0"/>
            <a:ext cx="4586510" cy="6858000"/>
          </a:xfrm>
          <a:custGeom>
            <a:avLst/>
            <a:gdLst>
              <a:gd name="connsiteX0" fmla="*/ 0 w 4586510"/>
              <a:gd name="connsiteY0" fmla="*/ 0 h 6858000"/>
              <a:gd name="connsiteX1" fmla="*/ 4586510 w 4586510"/>
              <a:gd name="connsiteY1" fmla="*/ 0 h 6858000"/>
              <a:gd name="connsiteX2" fmla="*/ 4586510 w 4586510"/>
              <a:gd name="connsiteY2" fmla="*/ 6858000 h 6858000"/>
              <a:gd name="connsiteX3" fmla="*/ 0 w 45865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6510" h="6858000">
                <a:moveTo>
                  <a:pt x="0" y="0"/>
                </a:moveTo>
                <a:lnTo>
                  <a:pt x="4586510" y="0"/>
                </a:lnTo>
                <a:lnTo>
                  <a:pt x="458651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9610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s1">
            <a:extLst>
              <a:ext uri="{FF2B5EF4-FFF2-40B4-BE49-F238E27FC236}">
                <a16:creationId xmlns:a16="http://schemas.microsoft.com/office/drawing/2014/main" id="{3B76CE52-52C9-4CFF-B234-F2FC8ADC6A2F}"/>
              </a:ext>
            </a:extLst>
          </p:cNvPr>
          <p:cNvSpPr/>
          <p:nvPr userDrawn="1"/>
        </p:nvSpPr>
        <p:spPr>
          <a:xfrm flipH="1">
            <a:off x="492000" y="1178174"/>
            <a:ext cx="11184185" cy="5099534"/>
          </a:xfrm>
          <a:prstGeom prst="round1Rect">
            <a:avLst>
              <a:gd name="adj" fmla="val 3126"/>
            </a:avLst>
          </a:prstGeom>
          <a:solidFill>
            <a:srgbClr val="2D324F"/>
          </a:solidFill>
          <a:ln>
            <a:noFill/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85725" algn="r" rtl="1">
              <a:defRPr/>
            </a:pP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D402CAEF-FDDA-4C1E-A4D9-30A248FA355F}"/>
              </a:ext>
            </a:extLst>
          </p:cNvPr>
          <p:cNvCxnSpPr>
            <a:cxnSpLocks/>
          </p:cNvCxnSpPr>
          <p:nvPr userDrawn="1"/>
        </p:nvCxnSpPr>
        <p:spPr>
          <a:xfrm>
            <a:off x="2982499" y="3727944"/>
            <a:ext cx="5941460" cy="0"/>
          </a:xfrm>
          <a:prstGeom prst="line">
            <a:avLst/>
          </a:prstGeom>
          <a:ln>
            <a:solidFill>
              <a:srgbClr val="F8B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01">
            <a:extLst>
              <a:ext uri="{FF2B5EF4-FFF2-40B4-BE49-F238E27FC236}">
                <a16:creationId xmlns:a16="http://schemas.microsoft.com/office/drawing/2014/main" id="{253CF301-7605-497E-B714-457084ECE266}"/>
              </a:ext>
            </a:extLst>
          </p:cNvPr>
          <p:cNvGrpSpPr/>
          <p:nvPr userDrawn="1"/>
        </p:nvGrpSpPr>
        <p:grpSpPr>
          <a:xfrm flipH="1">
            <a:off x="4206077" y="532345"/>
            <a:ext cx="3740955" cy="856920"/>
            <a:chOff x="3144711" y="1981768"/>
            <a:chExt cx="1189164" cy="340748"/>
          </a:xfrm>
        </p:grpSpPr>
        <p:sp>
          <p:nvSpPr>
            <p:cNvPr id="9" name="b1">
              <a:extLst>
                <a:ext uri="{FF2B5EF4-FFF2-40B4-BE49-F238E27FC236}">
                  <a16:creationId xmlns:a16="http://schemas.microsoft.com/office/drawing/2014/main" id="{C08A2687-0676-42A3-A2C2-6BC1F9237FE3}"/>
                </a:ext>
              </a:extLst>
            </p:cNvPr>
            <p:cNvSpPr/>
            <p:nvPr/>
          </p:nvSpPr>
          <p:spPr>
            <a:xfrm flipV="1">
              <a:off x="3198686" y="2129401"/>
              <a:ext cx="1135189" cy="193115"/>
            </a:xfrm>
            <a:custGeom>
              <a:avLst/>
              <a:gdLst>
                <a:gd name="connsiteX0" fmla="*/ 0 w 1713039"/>
                <a:gd name="connsiteY0" fmla="*/ 0 h 434407"/>
                <a:gd name="connsiteX1" fmla="*/ 1713039 w 1713039"/>
                <a:gd name="connsiteY1" fmla="*/ 0 h 434407"/>
                <a:gd name="connsiteX2" fmla="*/ 1713039 w 1713039"/>
                <a:gd name="connsiteY2" fmla="*/ 434407 h 434407"/>
                <a:gd name="connsiteX3" fmla="*/ 0 w 1713039"/>
                <a:gd name="connsiteY3" fmla="*/ 434407 h 434407"/>
                <a:gd name="connsiteX4" fmla="*/ 0 w 1713039"/>
                <a:gd name="connsiteY4" fmla="*/ 0 h 434407"/>
                <a:gd name="connsiteX0" fmla="*/ 127000 w 1713039"/>
                <a:gd name="connsiteY0" fmla="*/ 57150 h 434407"/>
                <a:gd name="connsiteX1" fmla="*/ 1713039 w 1713039"/>
                <a:gd name="connsiteY1" fmla="*/ 0 h 434407"/>
                <a:gd name="connsiteX2" fmla="*/ 1713039 w 1713039"/>
                <a:gd name="connsiteY2" fmla="*/ 434407 h 434407"/>
                <a:gd name="connsiteX3" fmla="*/ 0 w 1713039"/>
                <a:gd name="connsiteY3" fmla="*/ 434407 h 434407"/>
                <a:gd name="connsiteX4" fmla="*/ 127000 w 1713039"/>
                <a:gd name="connsiteY4" fmla="*/ 57150 h 434407"/>
                <a:gd name="connsiteX0" fmla="*/ 127000 w 1865439"/>
                <a:gd name="connsiteY0" fmla="*/ 57150 h 485207"/>
                <a:gd name="connsiteX1" fmla="*/ 1713039 w 1865439"/>
                <a:gd name="connsiteY1" fmla="*/ 0 h 485207"/>
                <a:gd name="connsiteX2" fmla="*/ 1865439 w 1865439"/>
                <a:gd name="connsiteY2" fmla="*/ 485207 h 485207"/>
                <a:gd name="connsiteX3" fmla="*/ 0 w 1865439"/>
                <a:gd name="connsiteY3" fmla="*/ 434407 h 485207"/>
                <a:gd name="connsiteX4" fmla="*/ 127000 w 1865439"/>
                <a:gd name="connsiteY4" fmla="*/ 57150 h 48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5439" h="485207">
                  <a:moveTo>
                    <a:pt x="127000" y="57150"/>
                  </a:moveTo>
                  <a:lnTo>
                    <a:pt x="1713039" y="0"/>
                  </a:lnTo>
                  <a:lnTo>
                    <a:pt x="1865439" y="485207"/>
                  </a:lnTo>
                  <a:lnTo>
                    <a:pt x="0" y="434407"/>
                  </a:lnTo>
                  <a:lnTo>
                    <a:pt x="127000" y="57150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a1">
              <a:extLst>
                <a:ext uri="{FF2B5EF4-FFF2-40B4-BE49-F238E27FC236}">
                  <a16:creationId xmlns:a16="http://schemas.microsoft.com/office/drawing/2014/main" id="{CA970073-2E58-46DE-BE7C-6B75810131C2}"/>
                </a:ext>
              </a:extLst>
            </p:cNvPr>
            <p:cNvSpPr/>
            <p:nvPr/>
          </p:nvSpPr>
          <p:spPr>
            <a:xfrm>
              <a:off x="3144711" y="1981768"/>
              <a:ext cx="1135189" cy="295267"/>
            </a:xfrm>
            <a:custGeom>
              <a:avLst/>
              <a:gdLst>
                <a:gd name="connsiteX0" fmla="*/ 0 w 1713039"/>
                <a:gd name="connsiteY0" fmla="*/ 0 h 434407"/>
                <a:gd name="connsiteX1" fmla="*/ 1713039 w 1713039"/>
                <a:gd name="connsiteY1" fmla="*/ 0 h 434407"/>
                <a:gd name="connsiteX2" fmla="*/ 1713039 w 1713039"/>
                <a:gd name="connsiteY2" fmla="*/ 434407 h 434407"/>
                <a:gd name="connsiteX3" fmla="*/ 0 w 1713039"/>
                <a:gd name="connsiteY3" fmla="*/ 434407 h 434407"/>
                <a:gd name="connsiteX4" fmla="*/ 0 w 1713039"/>
                <a:gd name="connsiteY4" fmla="*/ 0 h 434407"/>
                <a:gd name="connsiteX0" fmla="*/ 127000 w 1713039"/>
                <a:gd name="connsiteY0" fmla="*/ 57150 h 434407"/>
                <a:gd name="connsiteX1" fmla="*/ 1713039 w 1713039"/>
                <a:gd name="connsiteY1" fmla="*/ 0 h 434407"/>
                <a:gd name="connsiteX2" fmla="*/ 1713039 w 1713039"/>
                <a:gd name="connsiteY2" fmla="*/ 434407 h 434407"/>
                <a:gd name="connsiteX3" fmla="*/ 0 w 1713039"/>
                <a:gd name="connsiteY3" fmla="*/ 434407 h 434407"/>
                <a:gd name="connsiteX4" fmla="*/ 127000 w 1713039"/>
                <a:gd name="connsiteY4" fmla="*/ 57150 h 434407"/>
                <a:gd name="connsiteX0" fmla="*/ 127000 w 1865439"/>
                <a:gd name="connsiteY0" fmla="*/ 57150 h 485207"/>
                <a:gd name="connsiteX1" fmla="*/ 1713039 w 1865439"/>
                <a:gd name="connsiteY1" fmla="*/ 0 h 485207"/>
                <a:gd name="connsiteX2" fmla="*/ 1865439 w 1865439"/>
                <a:gd name="connsiteY2" fmla="*/ 485207 h 485207"/>
                <a:gd name="connsiteX3" fmla="*/ 0 w 1865439"/>
                <a:gd name="connsiteY3" fmla="*/ 434407 h 485207"/>
                <a:gd name="connsiteX4" fmla="*/ 127000 w 1865439"/>
                <a:gd name="connsiteY4" fmla="*/ 57150 h 48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5439" h="485207">
                  <a:moveTo>
                    <a:pt x="127000" y="57150"/>
                  </a:moveTo>
                  <a:lnTo>
                    <a:pt x="1713039" y="0"/>
                  </a:lnTo>
                  <a:lnTo>
                    <a:pt x="1865439" y="485207"/>
                  </a:lnTo>
                  <a:lnTo>
                    <a:pt x="0" y="434407"/>
                  </a:lnTo>
                  <a:lnTo>
                    <a:pt x="127000" y="57150"/>
                  </a:lnTo>
                  <a:close/>
                </a:path>
              </a:pathLst>
            </a:custGeom>
            <a:solidFill>
              <a:srgbClr val="F8B07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3200" b="1" dirty="0">
                <a:solidFill>
                  <a:srgbClr val="2D324F"/>
                </a:solidFill>
                <a:latin typeface="Shabnam" panose="020B0603030804020204" pitchFamily="34" charset="-78"/>
                <a:cs typeface="Shabnam" panose="020B0603030804020204" pitchFamily="34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6461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">
            <a:extLst>
              <a:ext uri="{FF2B5EF4-FFF2-40B4-BE49-F238E27FC236}">
                <a16:creationId xmlns:a16="http://schemas.microsoft.com/office/drawing/2014/main" id="{73EC0069-F6A9-4221-9D69-0ECA24CCEA46}"/>
              </a:ext>
            </a:extLst>
          </p:cNvPr>
          <p:cNvSpPr/>
          <p:nvPr userDrawn="1"/>
        </p:nvSpPr>
        <p:spPr>
          <a:xfrm flipH="1">
            <a:off x="1354014" y="1266091"/>
            <a:ext cx="10837983" cy="5591907"/>
          </a:xfrm>
          <a:prstGeom prst="round1Rect">
            <a:avLst>
              <a:gd name="adj" fmla="val 3126"/>
            </a:avLst>
          </a:prstGeom>
          <a:solidFill>
            <a:schemeClr val="tx1"/>
          </a:solidFill>
          <a:ln>
            <a:noFill/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85725" algn="r" rtl="1">
              <a:defRPr/>
            </a:pP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cxnSp>
        <p:nvCxnSpPr>
          <p:cNvPr id="7" name="line1">
            <a:extLst>
              <a:ext uri="{FF2B5EF4-FFF2-40B4-BE49-F238E27FC236}">
                <a16:creationId xmlns:a16="http://schemas.microsoft.com/office/drawing/2014/main" id="{D2E68052-E0F8-478D-9713-BBF9F246F8EA}"/>
              </a:ext>
            </a:extLst>
          </p:cNvPr>
          <p:cNvCxnSpPr>
            <a:cxnSpLocks/>
          </p:cNvCxnSpPr>
          <p:nvPr userDrawn="1"/>
        </p:nvCxnSpPr>
        <p:spPr>
          <a:xfrm>
            <a:off x="2198077" y="650637"/>
            <a:ext cx="999392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ne2">
            <a:extLst>
              <a:ext uri="{FF2B5EF4-FFF2-40B4-BE49-F238E27FC236}">
                <a16:creationId xmlns:a16="http://schemas.microsoft.com/office/drawing/2014/main" id="{0A868491-916A-4816-92E0-84102E89A491}"/>
              </a:ext>
            </a:extLst>
          </p:cNvPr>
          <p:cNvCxnSpPr>
            <a:cxnSpLocks/>
          </p:cNvCxnSpPr>
          <p:nvPr userDrawn="1"/>
        </p:nvCxnSpPr>
        <p:spPr>
          <a:xfrm flipV="1">
            <a:off x="633046" y="1969477"/>
            <a:ext cx="0" cy="488852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66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">
            <a:extLst>
              <a:ext uri="{FF2B5EF4-FFF2-40B4-BE49-F238E27FC236}">
                <a16:creationId xmlns:a16="http://schemas.microsoft.com/office/drawing/2014/main" id="{32912E97-3975-4DBB-9946-64043BA8CD5D}"/>
              </a:ext>
            </a:extLst>
          </p:cNvPr>
          <p:cNvSpPr/>
          <p:nvPr userDrawn="1"/>
        </p:nvSpPr>
        <p:spPr>
          <a:xfrm flipH="1">
            <a:off x="246740" y="203200"/>
            <a:ext cx="11945260" cy="6654800"/>
          </a:xfrm>
          <a:prstGeom prst="round1Rect">
            <a:avLst>
              <a:gd name="adj" fmla="val 3126"/>
            </a:avLst>
          </a:prstGeom>
          <a:solidFill>
            <a:schemeClr val="tx1"/>
          </a:solidFill>
          <a:ln>
            <a:noFill/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85725" algn="r" rtl="1">
              <a:defRPr/>
            </a:pP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B4A93269-14BD-445B-A1C1-75BF95867A62}"/>
              </a:ext>
            </a:extLst>
          </p:cNvPr>
          <p:cNvCxnSpPr>
            <a:cxnSpLocks/>
          </p:cNvCxnSpPr>
          <p:nvPr userDrawn="1"/>
        </p:nvCxnSpPr>
        <p:spPr>
          <a:xfrm>
            <a:off x="476925" y="815975"/>
            <a:ext cx="117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6283E4-E398-4892-9B61-BE0720C58920}"/>
              </a:ext>
            </a:extLst>
          </p:cNvPr>
          <p:cNvSpPr txBox="1"/>
          <p:nvPr userDrawn="1"/>
        </p:nvSpPr>
        <p:spPr>
          <a:xfrm>
            <a:off x="339657" y="337497"/>
            <a:ext cx="7995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fld id="{A538FF37-42ED-48AA-929B-5B2032FAB464}" type="slidenum">
              <a:rPr lang="fa-IR" sz="2400" smtClean="0">
                <a:solidFill>
                  <a:schemeClr val="bg1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pPr algn="ctr"/>
              <a:t>‹#›</a:t>
            </a:fld>
            <a:endParaRPr lang="fa-IR" sz="2400" dirty="0">
              <a:solidFill>
                <a:schemeClr val="bg1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931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">
            <a:extLst>
              <a:ext uri="{FF2B5EF4-FFF2-40B4-BE49-F238E27FC236}">
                <a16:creationId xmlns:a16="http://schemas.microsoft.com/office/drawing/2014/main" id="{32912E97-3975-4DBB-9946-64043BA8CD5D}"/>
              </a:ext>
            </a:extLst>
          </p:cNvPr>
          <p:cNvSpPr/>
          <p:nvPr userDrawn="1"/>
        </p:nvSpPr>
        <p:spPr>
          <a:xfrm flipH="1">
            <a:off x="246740" y="203200"/>
            <a:ext cx="11945260" cy="6654800"/>
          </a:xfrm>
          <a:prstGeom prst="round1Rect">
            <a:avLst>
              <a:gd name="adj" fmla="val 3126"/>
            </a:avLst>
          </a:prstGeom>
          <a:solidFill>
            <a:schemeClr val="tx1"/>
          </a:solidFill>
          <a:ln>
            <a:noFill/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85725" algn="r" rtl="1">
              <a:defRPr/>
            </a:pP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B4A93269-14BD-445B-A1C1-75BF95867A62}"/>
              </a:ext>
            </a:extLst>
          </p:cNvPr>
          <p:cNvCxnSpPr>
            <a:cxnSpLocks/>
          </p:cNvCxnSpPr>
          <p:nvPr userDrawn="1"/>
        </p:nvCxnSpPr>
        <p:spPr>
          <a:xfrm>
            <a:off x="476925" y="815975"/>
            <a:ext cx="117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6283E4-E398-4892-9B61-BE0720C58920}"/>
              </a:ext>
            </a:extLst>
          </p:cNvPr>
          <p:cNvSpPr txBox="1"/>
          <p:nvPr userDrawn="1"/>
        </p:nvSpPr>
        <p:spPr>
          <a:xfrm>
            <a:off x="339657" y="337497"/>
            <a:ext cx="7995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fld id="{A538FF37-42ED-48AA-929B-5B2032FAB464}" type="slidenum">
              <a:rPr lang="fa-IR" sz="2400" smtClean="0">
                <a:solidFill>
                  <a:schemeClr val="bg1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pPr algn="ctr"/>
              <a:t>‹#›</a:t>
            </a:fld>
            <a:endParaRPr lang="fa-IR" sz="2400" dirty="0">
              <a:solidFill>
                <a:schemeClr val="bg1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8CEAC3E-47C4-452A-8FE0-E63EBACE98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881" y="1975355"/>
            <a:ext cx="3249450" cy="2304488"/>
          </a:xfrm>
          <a:custGeom>
            <a:avLst/>
            <a:gdLst>
              <a:gd name="connsiteX0" fmla="*/ 0 w 3249450"/>
              <a:gd name="connsiteY0" fmla="*/ 0 h 2304488"/>
              <a:gd name="connsiteX1" fmla="*/ 3249450 w 3249450"/>
              <a:gd name="connsiteY1" fmla="*/ 0 h 2304488"/>
              <a:gd name="connsiteX2" fmla="*/ 3249450 w 3249450"/>
              <a:gd name="connsiteY2" fmla="*/ 2304488 h 2304488"/>
              <a:gd name="connsiteX3" fmla="*/ 0 w 3249450"/>
              <a:gd name="connsiteY3" fmla="*/ 2304488 h 2304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450" h="2304488">
                <a:moveTo>
                  <a:pt x="0" y="0"/>
                </a:moveTo>
                <a:lnTo>
                  <a:pt x="3249450" y="0"/>
                </a:lnTo>
                <a:lnTo>
                  <a:pt x="3249450" y="2304488"/>
                </a:lnTo>
                <a:lnTo>
                  <a:pt x="0" y="2304488"/>
                </a:lnTo>
                <a:close/>
              </a:path>
            </a:pathLst>
          </a:custGeom>
          <a:solidFill>
            <a:srgbClr val="161F30"/>
          </a:solidFill>
          <a:ln>
            <a:noFill/>
          </a:ln>
          <a:effectLst>
            <a:outerShdw dist="25400" dir="21540000" algn="r" rotWithShape="0">
              <a:srgbClr val="F8B07E"/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D58A9E-DE60-4E58-A2AA-4444636207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585" y="1975355"/>
            <a:ext cx="3247711" cy="2304488"/>
          </a:xfrm>
          <a:custGeom>
            <a:avLst/>
            <a:gdLst>
              <a:gd name="connsiteX0" fmla="*/ 0 w 3247711"/>
              <a:gd name="connsiteY0" fmla="*/ 0 h 2304488"/>
              <a:gd name="connsiteX1" fmla="*/ 3247711 w 3247711"/>
              <a:gd name="connsiteY1" fmla="*/ 0 h 2304488"/>
              <a:gd name="connsiteX2" fmla="*/ 3247711 w 3247711"/>
              <a:gd name="connsiteY2" fmla="*/ 2304488 h 2304488"/>
              <a:gd name="connsiteX3" fmla="*/ 0 w 3247711"/>
              <a:gd name="connsiteY3" fmla="*/ 2304488 h 2304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7711" h="2304488">
                <a:moveTo>
                  <a:pt x="0" y="0"/>
                </a:moveTo>
                <a:lnTo>
                  <a:pt x="3247711" y="0"/>
                </a:lnTo>
                <a:lnTo>
                  <a:pt x="3247711" y="2304488"/>
                </a:lnTo>
                <a:lnTo>
                  <a:pt x="0" y="2304488"/>
                </a:lnTo>
                <a:close/>
              </a:path>
            </a:pathLst>
          </a:custGeom>
          <a:solidFill>
            <a:srgbClr val="161F30"/>
          </a:solidFill>
          <a:ln>
            <a:noFill/>
          </a:ln>
          <a:effectLst>
            <a:outerShdw dist="25400" dir="21540000" algn="r" rotWithShape="0">
              <a:srgbClr val="F8B07E"/>
            </a:outerShdw>
          </a:effectLst>
        </p:spPr>
        <p:txBody>
          <a:bodyPr wrap="square">
            <a:noAutofit/>
          </a:bodyPr>
          <a:lstStyle/>
          <a:p>
            <a:endParaRPr lang="fa-IR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E113E2F-D1CD-43E4-A862-81072F4233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34809" y="1975355"/>
            <a:ext cx="3249450" cy="2304488"/>
          </a:xfrm>
          <a:custGeom>
            <a:avLst/>
            <a:gdLst>
              <a:gd name="connsiteX0" fmla="*/ 0 w 3249450"/>
              <a:gd name="connsiteY0" fmla="*/ 0 h 2304488"/>
              <a:gd name="connsiteX1" fmla="*/ 3249450 w 3249450"/>
              <a:gd name="connsiteY1" fmla="*/ 0 h 2304488"/>
              <a:gd name="connsiteX2" fmla="*/ 3249450 w 3249450"/>
              <a:gd name="connsiteY2" fmla="*/ 2304488 h 2304488"/>
              <a:gd name="connsiteX3" fmla="*/ 0 w 3249450"/>
              <a:gd name="connsiteY3" fmla="*/ 2304488 h 2304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450" h="2304488">
                <a:moveTo>
                  <a:pt x="0" y="0"/>
                </a:moveTo>
                <a:lnTo>
                  <a:pt x="3249450" y="0"/>
                </a:lnTo>
                <a:lnTo>
                  <a:pt x="3249450" y="2304488"/>
                </a:lnTo>
                <a:lnTo>
                  <a:pt x="0" y="2304488"/>
                </a:lnTo>
                <a:close/>
              </a:path>
            </a:pathLst>
          </a:custGeom>
          <a:solidFill>
            <a:srgbClr val="161F30"/>
          </a:solidFill>
          <a:ln>
            <a:noFill/>
          </a:ln>
          <a:effectLst>
            <a:outerShdw dist="25400" dir="21540000" algn="r" rotWithShape="0">
              <a:srgbClr val="F8B07E"/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98801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">
            <a:extLst>
              <a:ext uri="{FF2B5EF4-FFF2-40B4-BE49-F238E27FC236}">
                <a16:creationId xmlns:a16="http://schemas.microsoft.com/office/drawing/2014/main" id="{32912E97-3975-4DBB-9946-64043BA8CD5D}"/>
              </a:ext>
            </a:extLst>
          </p:cNvPr>
          <p:cNvSpPr/>
          <p:nvPr userDrawn="1"/>
        </p:nvSpPr>
        <p:spPr>
          <a:xfrm flipH="1">
            <a:off x="246740" y="203200"/>
            <a:ext cx="11945260" cy="6654800"/>
          </a:xfrm>
          <a:prstGeom prst="round1Rect">
            <a:avLst>
              <a:gd name="adj" fmla="val 3126"/>
            </a:avLst>
          </a:prstGeom>
          <a:solidFill>
            <a:schemeClr val="tx1"/>
          </a:solidFill>
          <a:ln>
            <a:noFill/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85725" algn="r" rtl="1">
              <a:defRPr/>
            </a:pP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B4A93269-14BD-445B-A1C1-75BF95867A62}"/>
              </a:ext>
            </a:extLst>
          </p:cNvPr>
          <p:cNvCxnSpPr>
            <a:cxnSpLocks/>
          </p:cNvCxnSpPr>
          <p:nvPr userDrawn="1"/>
        </p:nvCxnSpPr>
        <p:spPr>
          <a:xfrm>
            <a:off x="476925" y="815975"/>
            <a:ext cx="117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6283E4-E398-4892-9B61-BE0720C58920}"/>
              </a:ext>
            </a:extLst>
          </p:cNvPr>
          <p:cNvSpPr txBox="1"/>
          <p:nvPr userDrawn="1"/>
        </p:nvSpPr>
        <p:spPr>
          <a:xfrm>
            <a:off x="339657" y="337497"/>
            <a:ext cx="7995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fld id="{A538FF37-42ED-48AA-929B-5B2032FAB464}" type="slidenum">
              <a:rPr lang="fa-IR" sz="2400" smtClean="0">
                <a:solidFill>
                  <a:schemeClr val="bg1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pPr algn="ctr"/>
              <a:t>‹#›</a:t>
            </a:fld>
            <a:endParaRPr lang="fa-IR" sz="2400" dirty="0">
              <a:solidFill>
                <a:schemeClr val="bg1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F92FB8-2B69-4049-967A-788B3BBDF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230" y="1474613"/>
            <a:ext cx="5203370" cy="3387325"/>
          </a:xfrm>
          <a:custGeom>
            <a:avLst/>
            <a:gdLst>
              <a:gd name="connsiteX0" fmla="*/ 0 w 5203370"/>
              <a:gd name="connsiteY0" fmla="*/ 0 h 3387325"/>
              <a:gd name="connsiteX1" fmla="*/ 5203370 w 5203370"/>
              <a:gd name="connsiteY1" fmla="*/ 0 h 3387325"/>
              <a:gd name="connsiteX2" fmla="*/ 5203370 w 5203370"/>
              <a:gd name="connsiteY2" fmla="*/ 3387325 h 3387325"/>
              <a:gd name="connsiteX3" fmla="*/ 0 w 5203370"/>
              <a:gd name="connsiteY3" fmla="*/ 3387325 h 338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3370" h="3387325">
                <a:moveTo>
                  <a:pt x="0" y="0"/>
                </a:moveTo>
                <a:lnTo>
                  <a:pt x="5203370" y="0"/>
                </a:lnTo>
                <a:lnTo>
                  <a:pt x="5203370" y="3387325"/>
                </a:lnTo>
                <a:lnTo>
                  <a:pt x="0" y="3387325"/>
                </a:lnTo>
                <a:close/>
              </a:path>
            </a:pathLst>
          </a:custGeom>
          <a:solidFill>
            <a:srgbClr val="161F30"/>
          </a:solidFill>
          <a:ln>
            <a:noFill/>
          </a:ln>
          <a:effectLst>
            <a:outerShdw dist="25400" dir="21540000" algn="r" rotWithShape="0">
              <a:srgbClr val="F8B07E"/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C2487B2-50EE-4CE0-900C-D742E7536A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18621" y="1474613"/>
            <a:ext cx="5203370" cy="3387325"/>
          </a:xfrm>
          <a:custGeom>
            <a:avLst/>
            <a:gdLst>
              <a:gd name="connsiteX0" fmla="*/ 0 w 5203370"/>
              <a:gd name="connsiteY0" fmla="*/ 0 h 3387325"/>
              <a:gd name="connsiteX1" fmla="*/ 5203370 w 5203370"/>
              <a:gd name="connsiteY1" fmla="*/ 0 h 3387325"/>
              <a:gd name="connsiteX2" fmla="*/ 5203370 w 5203370"/>
              <a:gd name="connsiteY2" fmla="*/ 3387325 h 3387325"/>
              <a:gd name="connsiteX3" fmla="*/ 0 w 5203370"/>
              <a:gd name="connsiteY3" fmla="*/ 3387325 h 338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3370" h="3387325">
                <a:moveTo>
                  <a:pt x="0" y="0"/>
                </a:moveTo>
                <a:lnTo>
                  <a:pt x="5203370" y="0"/>
                </a:lnTo>
                <a:lnTo>
                  <a:pt x="5203370" y="3387325"/>
                </a:lnTo>
                <a:lnTo>
                  <a:pt x="0" y="3387325"/>
                </a:lnTo>
                <a:close/>
              </a:path>
            </a:pathLst>
          </a:custGeom>
          <a:solidFill>
            <a:srgbClr val="161F30"/>
          </a:solidFill>
          <a:ln>
            <a:noFill/>
          </a:ln>
          <a:effectLst>
            <a:outerShdw dist="25400" dir="21540000" algn="r" rotWithShape="0">
              <a:srgbClr val="F8B07E"/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49248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">
            <a:extLst>
              <a:ext uri="{FF2B5EF4-FFF2-40B4-BE49-F238E27FC236}">
                <a16:creationId xmlns:a16="http://schemas.microsoft.com/office/drawing/2014/main" id="{32912E97-3975-4DBB-9946-64043BA8CD5D}"/>
              </a:ext>
            </a:extLst>
          </p:cNvPr>
          <p:cNvSpPr/>
          <p:nvPr userDrawn="1"/>
        </p:nvSpPr>
        <p:spPr>
          <a:xfrm flipH="1">
            <a:off x="246740" y="203200"/>
            <a:ext cx="11945260" cy="6654800"/>
          </a:xfrm>
          <a:prstGeom prst="round1Rect">
            <a:avLst>
              <a:gd name="adj" fmla="val 3126"/>
            </a:avLst>
          </a:prstGeom>
          <a:solidFill>
            <a:schemeClr val="tx1"/>
          </a:solidFill>
          <a:ln>
            <a:noFill/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85725" algn="r" rtl="1">
              <a:defRPr/>
            </a:pP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B4A93269-14BD-445B-A1C1-75BF95867A62}"/>
              </a:ext>
            </a:extLst>
          </p:cNvPr>
          <p:cNvCxnSpPr>
            <a:cxnSpLocks/>
          </p:cNvCxnSpPr>
          <p:nvPr userDrawn="1"/>
        </p:nvCxnSpPr>
        <p:spPr>
          <a:xfrm>
            <a:off x="476925" y="815975"/>
            <a:ext cx="117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6283E4-E398-4892-9B61-BE0720C58920}"/>
              </a:ext>
            </a:extLst>
          </p:cNvPr>
          <p:cNvSpPr txBox="1"/>
          <p:nvPr userDrawn="1"/>
        </p:nvSpPr>
        <p:spPr>
          <a:xfrm>
            <a:off x="339657" y="337497"/>
            <a:ext cx="7995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fld id="{A538FF37-42ED-48AA-929B-5B2032FAB464}" type="slidenum">
              <a:rPr lang="fa-IR" sz="2400" smtClean="0">
                <a:solidFill>
                  <a:schemeClr val="bg1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pPr algn="ctr"/>
              <a:t>‹#›</a:t>
            </a:fld>
            <a:endParaRPr lang="fa-IR" sz="2400" dirty="0">
              <a:solidFill>
                <a:schemeClr val="bg1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F4306F4-1404-465C-BEFA-F85B4C6888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7713" y="1356852"/>
            <a:ext cx="10719267" cy="4994037"/>
          </a:xfrm>
          <a:custGeom>
            <a:avLst/>
            <a:gdLst>
              <a:gd name="connsiteX0" fmla="*/ 0 w 10719267"/>
              <a:gd name="connsiteY0" fmla="*/ 0 h 4994037"/>
              <a:gd name="connsiteX1" fmla="*/ 10719267 w 10719267"/>
              <a:gd name="connsiteY1" fmla="*/ 0 h 4994037"/>
              <a:gd name="connsiteX2" fmla="*/ 10719267 w 10719267"/>
              <a:gd name="connsiteY2" fmla="*/ 4994037 h 4994037"/>
              <a:gd name="connsiteX3" fmla="*/ 0 w 10719267"/>
              <a:gd name="connsiteY3" fmla="*/ 4994037 h 49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19267" h="4994037">
                <a:moveTo>
                  <a:pt x="0" y="0"/>
                </a:moveTo>
                <a:lnTo>
                  <a:pt x="10719267" y="0"/>
                </a:lnTo>
                <a:lnTo>
                  <a:pt x="10719267" y="4994037"/>
                </a:lnTo>
                <a:lnTo>
                  <a:pt x="0" y="4994037"/>
                </a:lnTo>
                <a:close/>
              </a:path>
            </a:pathLst>
          </a:custGeom>
          <a:solidFill>
            <a:srgbClr val="161F30"/>
          </a:solidFill>
          <a:ln>
            <a:noFill/>
          </a:ln>
          <a:effectLst>
            <a:outerShdw dist="63500" dir="21540000" algn="r" rotWithShape="0">
              <a:srgbClr val="F8B07E"/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858336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">
            <a:extLst>
              <a:ext uri="{FF2B5EF4-FFF2-40B4-BE49-F238E27FC236}">
                <a16:creationId xmlns:a16="http://schemas.microsoft.com/office/drawing/2014/main" id="{32912E97-3975-4DBB-9946-64043BA8CD5D}"/>
              </a:ext>
            </a:extLst>
          </p:cNvPr>
          <p:cNvSpPr/>
          <p:nvPr userDrawn="1"/>
        </p:nvSpPr>
        <p:spPr>
          <a:xfrm flipH="1">
            <a:off x="246740" y="203200"/>
            <a:ext cx="11945260" cy="6654800"/>
          </a:xfrm>
          <a:prstGeom prst="round1Rect">
            <a:avLst>
              <a:gd name="adj" fmla="val 3126"/>
            </a:avLst>
          </a:prstGeom>
          <a:solidFill>
            <a:schemeClr val="tx1"/>
          </a:solidFill>
          <a:ln>
            <a:noFill/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85725" algn="r" rtl="1">
              <a:defRPr/>
            </a:pP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B4A93269-14BD-445B-A1C1-75BF95867A62}"/>
              </a:ext>
            </a:extLst>
          </p:cNvPr>
          <p:cNvCxnSpPr>
            <a:cxnSpLocks/>
          </p:cNvCxnSpPr>
          <p:nvPr userDrawn="1"/>
        </p:nvCxnSpPr>
        <p:spPr>
          <a:xfrm>
            <a:off x="476925" y="815975"/>
            <a:ext cx="117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6283E4-E398-4892-9B61-BE0720C58920}"/>
              </a:ext>
            </a:extLst>
          </p:cNvPr>
          <p:cNvSpPr txBox="1"/>
          <p:nvPr userDrawn="1"/>
        </p:nvSpPr>
        <p:spPr>
          <a:xfrm>
            <a:off x="339657" y="337497"/>
            <a:ext cx="7995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fld id="{A538FF37-42ED-48AA-929B-5B2032FAB464}" type="slidenum">
              <a:rPr lang="fa-IR" sz="2400" smtClean="0">
                <a:solidFill>
                  <a:schemeClr val="bg1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pPr algn="ctr"/>
              <a:t>‹#›</a:t>
            </a:fld>
            <a:endParaRPr lang="fa-IR" sz="2400" dirty="0">
              <a:solidFill>
                <a:schemeClr val="bg1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1FE2F5B-1074-4CF4-8627-2FD54588CE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3871" y="1913230"/>
            <a:ext cx="4633469" cy="3031541"/>
          </a:xfrm>
          <a:custGeom>
            <a:avLst/>
            <a:gdLst>
              <a:gd name="connsiteX0" fmla="*/ 306398 w 4633469"/>
              <a:gd name="connsiteY0" fmla="*/ 0 h 3031541"/>
              <a:gd name="connsiteX1" fmla="*/ 4327071 w 4633469"/>
              <a:gd name="connsiteY1" fmla="*/ 0 h 3031541"/>
              <a:gd name="connsiteX2" fmla="*/ 4633469 w 4633469"/>
              <a:gd name="connsiteY2" fmla="*/ 306398 h 3031541"/>
              <a:gd name="connsiteX3" fmla="*/ 4633469 w 4633469"/>
              <a:gd name="connsiteY3" fmla="*/ 2725143 h 3031541"/>
              <a:gd name="connsiteX4" fmla="*/ 4327071 w 4633469"/>
              <a:gd name="connsiteY4" fmla="*/ 3031541 h 3031541"/>
              <a:gd name="connsiteX5" fmla="*/ 306398 w 4633469"/>
              <a:gd name="connsiteY5" fmla="*/ 3031541 h 3031541"/>
              <a:gd name="connsiteX6" fmla="*/ 0 w 4633469"/>
              <a:gd name="connsiteY6" fmla="*/ 2725143 h 3031541"/>
              <a:gd name="connsiteX7" fmla="*/ 0 w 4633469"/>
              <a:gd name="connsiteY7" fmla="*/ 306398 h 3031541"/>
              <a:gd name="connsiteX8" fmla="*/ 306398 w 4633469"/>
              <a:gd name="connsiteY8" fmla="*/ 0 h 303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33469" h="3031541">
                <a:moveTo>
                  <a:pt x="306398" y="0"/>
                </a:moveTo>
                <a:lnTo>
                  <a:pt x="4327071" y="0"/>
                </a:lnTo>
                <a:cubicBezTo>
                  <a:pt x="4496290" y="0"/>
                  <a:pt x="4633469" y="137179"/>
                  <a:pt x="4633469" y="306398"/>
                </a:cubicBezTo>
                <a:lnTo>
                  <a:pt x="4633469" y="2725143"/>
                </a:lnTo>
                <a:cubicBezTo>
                  <a:pt x="4633469" y="2894362"/>
                  <a:pt x="4496290" y="3031541"/>
                  <a:pt x="4327071" y="3031541"/>
                </a:cubicBezTo>
                <a:lnTo>
                  <a:pt x="306398" y="3031541"/>
                </a:lnTo>
                <a:cubicBezTo>
                  <a:pt x="137179" y="3031541"/>
                  <a:pt x="0" y="2894362"/>
                  <a:pt x="0" y="2725143"/>
                </a:cubicBezTo>
                <a:lnTo>
                  <a:pt x="0" y="306398"/>
                </a:lnTo>
                <a:cubicBezTo>
                  <a:pt x="0" y="137179"/>
                  <a:pt x="137179" y="0"/>
                  <a:pt x="306398" y="0"/>
                </a:cubicBezTo>
                <a:close/>
              </a:path>
            </a:pathLst>
          </a:custGeom>
          <a:ln w="28575">
            <a:solidFill>
              <a:schemeClr val="accent1"/>
            </a:solidFill>
          </a:ln>
          <a:effectLst>
            <a:outerShdw blurRad="889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CF3BE3C-8EDF-4EC2-B2A2-416C6486D8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4457" y="1913230"/>
            <a:ext cx="4659332" cy="3031540"/>
          </a:xfrm>
          <a:custGeom>
            <a:avLst/>
            <a:gdLst>
              <a:gd name="connsiteX0" fmla="*/ 332014 w 4659332"/>
              <a:gd name="connsiteY0" fmla="*/ 0 h 3031540"/>
              <a:gd name="connsiteX1" fmla="*/ 4327318 w 4659332"/>
              <a:gd name="connsiteY1" fmla="*/ 0 h 3031540"/>
              <a:gd name="connsiteX2" fmla="*/ 4659332 w 4659332"/>
              <a:gd name="connsiteY2" fmla="*/ 332014 h 3031540"/>
              <a:gd name="connsiteX3" fmla="*/ 4659332 w 4659332"/>
              <a:gd name="connsiteY3" fmla="*/ 2699526 h 3031540"/>
              <a:gd name="connsiteX4" fmla="*/ 4327318 w 4659332"/>
              <a:gd name="connsiteY4" fmla="*/ 3031540 h 3031540"/>
              <a:gd name="connsiteX5" fmla="*/ 332014 w 4659332"/>
              <a:gd name="connsiteY5" fmla="*/ 3031540 h 3031540"/>
              <a:gd name="connsiteX6" fmla="*/ 0 w 4659332"/>
              <a:gd name="connsiteY6" fmla="*/ 2699526 h 3031540"/>
              <a:gd name="connsiteX7" fmla="*/ 0 w 4659332"/>
              <a:gd name="connsiteY7" fmla="*/ 332014 h 3031540"/>
              <a:gd name="connsiteX8" fmla="*/ 332014 w 4659332"/>
              <a:gd name="connsiteY8" fmla="*/ 0 h 303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9332" h="3031540">
                <a:moveTo>
                  <a:pt x="332014" y="0"/>
                </a:moveTo>
                <a:lnTo>
                  <a:pt x="4327318" y="0"/>
                </a:lnTo>
                <a:cubicBezTo>
                  <a:pt x="4510684" y="0"/>
                  <a:pt x="4659332" y="148648"/>
                  <a:pt x="4659332" y="332014"/>
                </a:cubicBezTo>
                <a:lnTo>
                  <a:pt x="4659332" y="2699526"/>
                </a:lnTo>
                <a:cubicBezTo>
                  <a:pt x="4659332" y="2882892"/>
                  <a:pt x="4510684" y="3031540"/>
                  <a:pt x="4327318" y="3031540"/>
                </a:cubicBezTo>
                <a:lnTo>
                  <a:pt x="332014" y="3031540"/>
                </a:lnTo>
                <a:cubicBezTo>
                  <a:pt x="148648" y="3031540"/>
                  <a:pt x="0" y="2882892"/>
                  <a:pt x="0" y="2699526"/>
                </a:cubicBezTo>
                <a:lnTo>
                  <a:pt x="0" y="332014"/>
                </a:lnTo>
                <a:cubicBezTo>
                  <a:pt x="0" y="148648"/>
                  <a:pt x="148648" y="0"/>
                  <a:pt x="332014" y="0"/>
                </a:cubicBezTo>
                <a:close/>
              </a:path>
            </a:pathLst>
          </a:custGeom>
          <a:ln w="28575">
            <a:solidFill>
              <a:schemeClr val="accent1"/>
            </a:solidFill>
          </a:ln>
          <a:effectLst>
            <a:outerShdw blurRad="889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fa-IR"/>
            </a:lvl1pPr>
          </a:lstStyle>
          <a:p>
            <a:pPr lvl="0"/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560216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">
            <a:extLst>
              <a:ext uri="{FF2B5EF4-FFF2-40B4-BE49-F238E27FC236}">
                <a16:creationId xmlns:a16="http://schemas.microsoft.com/office/drawing/2014/main" id="{32912E97-3975-4DBB-9946-64043BA8CD5D}"/>
              </a:ext>
            </a:extLst>
          </p:cNvPr>
          <p:cNvSpPr/>
          <p:nvPr userDrawn="1"/>
        </p:nvSpPr>
        <p:spPr>
          <a:xfrm flipH="1">
            <a:off x="246740" y="203200"/>
            <a:ext cx="11945260" cy="6654800"/>
          </a:xfrm>
          <a:prstGeom prst="round1Rect">
            <a:avLst>
              <a:gd name="adj" fmla="val 3126"/>
            </a:avLst>
          </a:prstGeom>
          <a:solidFill>
            <a:schemeClr val="tx1"/>
          </a:solidFill>
          <a:ln>
            <a:noFill/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85725" algn="r" rtl="1">
              <a:defRPr/>
            </a:pP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B4A93269-14BD-445B-A1C1-75BF95867A62}"/>
              </a:ext>
            </a:extLst>
          </p:cNvPr>
          <p:cNvCxnSpPr>
            <a:cxnSpLocks/>
          </p:cNvCxnSpPr>
          <p:nvPr userDrawn="1"/>
        </p:nvCxnSpPr>
        <p:spPr>
          <a:xfrm>
            <a:off x="476925" y="815975"/>
            <a:ext cx="117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6283E4-E398-4892-9B61-BE0720C58920}"/>
              </a:ext>
            </a:extLst>
          </p:cNvPr>
          <p:cNvSpPr txBox="1"/>
          <p:nvPr userDrawn="1"/>
        </p:nvSpPr>
        <p:spPr>
          <a:xfrm>
            <a:off x="339657" y="337497"/>
            <a:ext cx="7995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fld id="{A538FF37-42ED-48AA-929B-5B2032FAB464}" type="slidenum">
              <a:rPr lang="fa-IR" sz="2400" smtClean="0">
                <a:solidFill>
                  <a:schemeClr val="bg1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pPr algn="ctr"/>
              <a:t>‹#›</a:t>
            </a:fld>
            <a:endParaRPr lang="fa-IR" sz="2400" dirty="0">
              <a:solidFill>
                <a:schemeClr val="bg1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23DC4AF-6F77-41CF-9C0B-4C6BC1E9C52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3785" y="1913232"/>
            <a:ext cx="2458919" cy="2458919"/>
          </a:xfrm>
          <a:custGeom>
            <a:avLst/>
            <a:gdLst>
              <a:gd name="connsiteX0" fmla="*/ 248523 w 2458919"/>
              <a:gd name="connsiteY0" fmla="*/ 0 h 2458919"/>
              <a:gd name="connsiteX1" fmla="*/ 2210396 w 2458919"/>
              <a:gd name="connsiteY1" fmla="*/ 0 h 2458919"/>
              <a:gd name="connsiteX2" fmla="*/ 2458919 w 2458919"/>
              <a:gd name="connsiteY2" fmla="*/ 248523 h 2458919"/>
              <a:gd name="connsiteX3" fmla="*/ 2458919 w 2458919"/>
              <a:gd name="connsiteY3" fmla="*/ 2210396 h 2458919"/>
              <a:gd name="connsiteX4" fmla="*/ 2210396 w 2458919"/>
              <a:gd name="connsiteY4" fmla="*/ 2458919 h 2458919"/>
              <a:gd name="connsiteX5" fmla="*/ 248523 w 2458919"/>
              <a:gd name="connsiteY5" fmla="*/ 2458919 h 2458919"/>
              <a:gd name="connsiteX6" fmla="*/ 0 w 2458919"/>
              <a:gd name="connsiteY6" fmla="*/ 2210396 h 2458919"/>
              <a:gd name="connsiteX7" fmla="*/ 0 w 2458919"/>
              <a:gd name="connsiteY7" fmla="*/ 248523 h 2458919"/>
              <a:gd name="connsiteX8" fmla="*/ 248523 w 2458919"/>
              <a:gd name="connsiteY8" fmla="*/ 0 h 245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8919" h="2458919">
                <a:moveTo>
                  <a:pt x="248523" y="0"/>
                </a:moveTo>
                <a:lnTo>
                  <a:pt x="2210396" y="0"/>
                </a:lnTo>
                <a:cubicBezTo>
                  <a:pt x="2347651" y="0"/>
                  <a:pt x="2458919" y="111268"/>
                  <a:pt x="2458919" y="248523"/>
                </a:cubicBezTo>
                <a:lnTo>
                  <a:pt x="2458919" y="2210396"/>
                </a:lnTo>
                <a:cubicBezTo>
                  <a:pt x="2458919" y="2347651"/>
                  <a:pt x="2347651" y="2458919"/>
                  <a:pt x="2210396" y="2458919"/>
                </a:cubicBezTo>
                <a:lnTo>
                  <a:pt x="248523" y="2458919"/>
                </a:lnTo>
                <a:cubicBezTo>
                  <a:pt x="111268" y="2458919"/>
                  <a:pt x="0" y="2347651"/>
                  <a:pt x="0" y="2210396"/>
                </a:cubicBezTo>
                <a:lnTo>
                  <a:pt x="0" y="248523"/>
                </a:lnTo>
                <a:cubicBezTo>
                  <a:pt x="0" y="111268"/>
                  <a:pt x="111268" y="0"/>
                  <a:pt x="248523" y="0"/>
                </a:cubicBezTo>
                <a:close/>
              </a:path>
            </a:pathLst>
          </a:custGeom>
          <a:ln w="28575">
            <a:solidFill>
              <a:schemeClr val="accent1"/>
            </a:solidFill>
          </a:ln>
          <a:effectLst>
            <a:outerShdw blurRad="889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 rtl="1">
              <a:lnSpc>
                <a:spcPct val="200000"/>
              </a:lnSpc>
              <a:buNone/>
              <a:defRPr>
                <a:solidFill>
                  <a:schemeClr val="bg1">
                    <a:alpha val="67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r>
              <a:rPr lang="fa-IR" dirty="0"/>
              <a:t>تصویر 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1CE1C15-87BF-40C3-936C-F0C2D6A3F4D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577648" y="1913230"/>
            <a:ext cx="2458919" cy="2458919"/>
          </a:xfrm>
          <a:custGeom>
            <a:avLst/>
            <a:gdLst>
              <a:gd name="connsiteX0" fmla="*/ 269301 w 2458919"/>
              <a:gd name="connsiteY0" fmla="*/ 0 h 2458919"/>
              <a:gd name="connsiteX1" fmla="*/ 2189618 w 2458919"/>
              <a:gd name="connsiteY1" fmla="*/ 0 h 2458919"/>
              <a:gd name="connsiteX2" fmla="*/ 2458919 w 2458919"/>
              <a:gd name="connsiteY2" fmla="*/ 269301 h 2458919"/>
              <a:gd name="connsiteX3" fmla="*/ 2458919 w 2458919"/>
              <a:gd name="connsiteY3" fmla="*/ 2189618 h 2458919"/>
              <a:gd name="connsiteX4" fmla="*/ 2189618 w 2458919"/>
              <a:gd name="connsiteY4" fmla="*/ 2458919 h 2458919"/>
              <a:gd name="connsiteX5" fmla="*/ 269301 w 2458919"/>
              <a:gd name="connsiteY5" fmla="*/ 2458919 h 2458919"/>
              <a:gd name="connsiteX6" fmla="*/ 0 w 2458919"/>
              <a:gd name="connsiteY6" fmla="*/ 2189618 h 2458919"/>
              <a:gd name="connsiteX7" fmla="*/ 0 w 2458919"/>
              <a:gd name="connsiteY7" fmla="*/ 269301 h 2458919"/>
              <a:gd name="connsiteX8" fmla="*/ 269301 w 2458919"/>
              <a:gd name="connsiteY8" fmla="*/ 0 h 245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8919" h="2458919">
                <a:moveTo>
                  <a:pt x="269301" y="0"/>
                </a:moveTo>
                <a:lnTo>
                  <a:pt x="2189618" y="0"/>
                </a:lnTo>
                <a:cubicBezTo>
                  <a:pt x="2338349" y="0"/>
                  <a:pt x="2458919" y="120570"/>
                  <a:pt x="2458919" y="269301"/>
                </a:cubicBezTo>
                <a:lnTo>
                  <a:pt x="2458919" y="2189618"/>
                </a:lnTo>
                <a:cubicBezTo>
                  <a:pt x="2458919" y="2338349"/>
                  <a:pt x="2338349" y="2458919"/>
                  <a:pt x="2189618" y="2458919"/>
                </a:cubicBezTo>
                <a:lnTo>
                  <a:pt x="269301" y="2458919"/>
                </a:lnTo>
                <a:cubicBezTo>
                  <a:pt x="120570" y="2458919"/>
                  <a:pt x="0" y="2338349"/>
                  <a:pt x="0" y="2189618"/>
                </a:cubicBezTo>
                <a:lnTo>
                  <a:pt x="0" y="269301"/>
                </a:lnTo>
                <a:cubicBezTo>
                  <a:pt x="0" y="120570"/>
                  <a:pt x="120570" y="0"/>
                  <a:pt x="269301" y="0"/>
                </a:cubicBezTo>
                <a:close/>
              </a:path>
            </a:pathLst>
          </a:custGeom>
          <a:ln w="28575">
            <a:solidFill>
              <a:schemeClr val="accent1"/>
            </a:solidFill>
          </a:ln>
          <a:effectLst>
            <a:outerShdw blurRad="889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 rtl="1">
              <a:lnSpc>
                <a:spcPct val="200000"/>
              </a:lnSpc>
              <a:buNone/>
              <a:defRPr>
                <a:solidFill>
                  <a:schemeClr val="bg1">
                    <a:alpha val="67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r>
              <a:rPr lang="fa-IR" dirty="0"/>
              <a:t>تصویر 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773DA3A-2B64-47AF-8E85-31B4D79F57F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51510" y="1913232"/>
            <a:ext cx="2458919" cy="2458919"/>
          </a:xfrm>
          <a:custGeom>
            <a:avLst/>
            <a:gdLst>
              <a:gd name="connsiteX0" fmla="*/ 248523 w 2458919"/>
              <a:gd name="connsiteY0" fmla="*/ 0 h 2458919"/>
              <a:gd name="connsiteX1" fmla="*/ 2210396 w 2458919"/>
              <a:gd name="connsiteY1" fmla="*/ 0 h 2458919"/>
              <a:gd name="connsiteX2" fmla="*/ 2458919 w 2458919"/>
              <a:gd name="connsiteY2" fmla="*/ 248523 h 2458919"/>
              <a:gd name="connsiteX3" fmla="*/ 2458919 w 2458919"/>
              <a:gd name="connsiteY3" fmla="*/ 2210396 h 2458919"/>
              <a:gd name="connsiteX4" fmla="*/ 2210396 w 2458919"/>
              <a:gd name="connsiteY4" fmla="*/ 2458919 h 2458919"/>
              <a:gd name="connsiteX5" fmla="*/ 248523 w 2458919"/>
              <a:gd name="connsiteY5" fmla="*/ 2458919 h 2458919"/>
              <a:gd name="connsiteX6" fmla="*/ 0 w 2458919"/>
              <a:gd name="connsiteY6" fmla="*/ 2210396 h 2458919"/>
              <a:gd name="connsiteX7" fmla="*/ 0 w 2458919"/>
              <a:gd name="connsiteY7" fmla="*/ 248523 h 2458919"/>
              <a:gd name="connsiteX8" fmla="*/ 248523 w 2458919"/>
              <a:gd name="connsiteY8" fmla="*/ 0 h 245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8919" h="2458919">
                <a:moveTo>
                  <a:pt x="248523" y="0"/>
                </a:moveTo>
                <a:lnTo>
                  <a:pt x="2210396" y="0"/>
                </a:lnTo>
                <a:cubicBezTo>
                  <a:pt x="2347651" y="0"/>
                  <a:pt x="2458919" y="111268"/>
                  <a:pt x="2458919" y="248523"/>
                </a:cubicBezTo>
                <a:lnTo>
                  <a:pt x="2458919" y="2210396"/>
                </a:lnTo>
                <a:cubicBezTo>
                  <a:pt x="2458919" y="2347651"/>
                  <a:pt x="2347651" y="2458919"/>
                  <a:pt x="2210396" y="2458919"/>
                </a:cubicBezTo>
                <a:lnTo>
                  <a:pt x="248523" y="2458919"/>
                </a:lnTo>
                <a:cubicBezTo>
                  <a:pt x="111268" y="2458919"/>
                  <a:pt x="0" y="2347651"/>
                  <a:pt x="0" y="2210396"/>
                </a:cubicBezTo>
                <a:lnTo>
                  <a:pt x="0" y="248523"/>
                </a:lnTo>
                <a:cubicBezTo>
                  <a:pt x="0" y="111268"/>
                  <a:pt x="111268" y="0"/>
                  <a:pt x="248523" y="0"/>
                </a:cubicBezTo>
                <a:close/>
              </a:path>
            </a:pathLst>
          </a:custGeom>
          <a:ln w="28575">
            <a:solidFill>
              <a:schemeClr val="accent1"/>
            </a:solidFill>
          </a:ln>
          <a:effectLst>
            <a:outerShdw blurRad="889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 rtl="1">
              <a:lnSpc>
                <a:spcPct val="200000"/>
              </a:lnSpc>
              <a:buNone/>
              <a:defRPr>
                <a:solidFill>
                  <a:schemeClr val="bg1">
                    <a:alpha val="67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r>
              <a:rPr lang="fa-IR" dirty="0"/>
              <a:t>تصویر 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EBEAE96-EE4D-42D4-B2DC-A568ACB3E2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25371" y="1913231"/>
            <a:ext cx="2458919" cy="2458919"/>
          </a:xfrm>
          <a:custGeom>
            <a:avLst/>
            <a:gdLst>
              <a:gd name="connsiteX0" fmla="*/ 269301 w 2458919"/>
              <a:gd name="connsiteY0" fmla="*/ 0 h 2458919"/>
              <a:gd name="connsiteX1" fmla="*/ 2189618 w 2458919"/>
              <a:gd name="connsiteY1" fmla="*/ 0 h 2458919"/>
              <a:gd name="connsiteX2" fmla="*/ 2458919 w 2458919"/>
              <a:gd name="connsiteY2" fmla="*/ 269301 h 2458919"/>
              <a:gd name="connsiteX3" fmla="*/ 2458919 w 2458919"/>
              <a:gd name="connsiteY3" fmla="*/ 2189618 h 2458919"/>
              <a:gd name="connsiteX4" fmla="*/ 2189618 w 2458919"/>
              <a:gd name="connsiteY4" fmla="*/ 2458919 h 2458919"/>
              <a:gd name="connsiteX5" fmla="*/ 269301 w 2458919"/>
              <a:gd name="connsiteY5" fmla="*/ 2458919 h 2458919"/>
              <a:gd name="connsiteX6" fmla="*/ 0 w 2458919"/>
              <a:gd name="connsiteY6" fmla="*/ 2189618 h 2458919"/>
              <a:gd name="connsiteX7" fmla="*/ 0 w 2458919"/>
              <a:gd name="connsiteY7" fmla="*/ 269301 h 2458919"/>
              <a:gd name="connsiteX8" fmla="*/ 269301 w 2458919"/>
              <a:gd name="connsiteY8" fmla="*/ 0 h 245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8919" h="2458919">
                <a:moveTo>
                  <a:pt x="269301" y="0"/>
                </a:moveTo>
                <a:lnTo>
                  <a:pt x="2189618" y="0"/>
                </a:lnTo>
                <a:cubicBezTo>
                  <a:pt x="2338349" y="0"/>
                  <a:pt x="2458919" y="120570"/>
                  <a:pt x="2458919" y="269301"/>
                </a:cubicBezTo>
                <a:lnTo>
                  <a:pt x="2458919" y="2189618"/>
                </a:lnTo>
                <a:cubicBezTo>
                  <a:pt x="2458919" y="2338349"/>
                  <a:pt x="2338349" y="2458919"/>
                  <a:pt x="2189618" y="2458919"/>
                </a:cubicBezTo>
                <a:lnTo>
                  <a:pt x="269301" y="2458919"/>
                </a:lnTo>
                <a:cubicBezTo>
                  <a:pt x="120570" y="2458919"/>
                  <a:pt x="0" y="2338349"/>
                  <a:pt x="0" y="2189618"/>
                </a:cubicBezTo>
                <a:lnTo>
                  <a:pt x="0" y="269301"/>
                </a:lnTo>
                <a:cubicBezTo>
                  <a:pt x="0" y="120570"/>
                  <a:pt x="120570" y="0"/>
                  <a:pt x="269301" y="0"/>
                </a:cubicBezTo>
                <a:close/>
              </a:path>
            </a:pathLst>
          </a:custGeom>
          <a:ln w="28575">
            <a:solidFill>
              <a:schemeClr val="accent1"/>
            </a:solidFill>
          </a:ln>
          <a:effectLst>
            <a:outerShdw blurRad="889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 rtl="1">
              <a:lnSpc>
                <a:spcPct val="200000"/>
              </a:lnSpc>
              <a:buNone/>
              <a:defRPr>
                <a:solidFill>
                  <a:schemeClr val="bg1">
                    <a:alpha val="67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r>
              <a:rPr lang="fa-IR" dirty="0"/>
              <a:t>تصویر </a:t>
            </a:r>
          </a:p>
        </p:txBody>
      </p:sp>
    </p:spTree>
    <p:extLst>
      <p:ext uri="{BB962C8B-B14F-4D97-AF65-F5344CB8AC3E}">
        <p14:creationId xmlns:p14="http://schemas.microsoft.com/office/powerpoint/2010/main" val="23701778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9296133F-71AB-407B-AB0F-2A73FAEDA3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4654" y="1364239"/>
            <a:ext cx="2029967" cy="2064761"/>
          </a:xfrm>
          <a:custGeom>
            <a:avLst/>
            <a:gdLst>
              <a:gd name="connsiteX0" fmla="*/ 105863 w 2029967"/>
              <a:gd name="connsiteY0" fmla="*/ 0 h 2064761"/>
              <a:gd name="connsiteX1" fmla="*/ 1924104 w 2029967"/>
              <a:gd name="connsiteY1" fmla="*/ 0 h 2064761"/>
              <a:gd name="connsiteX2" fmla="*/ 2029967 w 2029967"/>
              <a:gd name="connsiteY2" fmla="*/ 105863 h 2064761"/>
              <a:gd name="connsiteX3" fmla="*/ 2029967 w 2029967"/>
              <a:gd name="connsiteY3" fmla="*/ 1958898 h 2064761"/>
              <a:gd name="connsiteX4" fmla="*/ 1924104 w 2029967"/>
              <a:gd name="connsiteY4" fmla="*/ 2064761 h 2064761"/>
              <a:gd name="connsiteX5" fmla="*/ 105863 w 2029967"/>
              <a:gd name="connsiteY5" fmla="*/ 2064761 h 2064761"/>
              <a:gd name="connsiteX6" fmla="*/ 0 w 2029967"/>
              <a:gd name="connsiteY6" fmla="*/ 1958898 h 2064761"/>
              <a:gd name="connsiteX7" fmla="*/ 0 w 2029967"/>
              <a:gd name="connsiteY7" fmla="*/ 105863 h 2064761"/>
              <a:gd name="connsiteX8" fmla="*/ 105863 w 2029967"/>
              <a:gd name="connsiteY8" fmla="*/ 0 h 206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9967" h="2064761">
                <a:moveTo>
                  <a:pt x="105863" y="0"/>
                </a:moveTo>
                <a:lnTo>
                  <a:pt x="1924104" y="0"/>
                </a:lnTo>
                <a:cubicBezTo>
                  <a:pt x="1982571" y="0"/>
                  <a:pt x="2029967" y="47396"/>
                  <a:pt x="2029967" y="105863"/>
                </a:cubicBezTo>
                <a:lnTo>
                  <a:pt x="2029967" y="1958898"/>
                </a:lnTo>
                <a:cubicBezTo>
                  <a:pt x="2029967" y="2017365"/>
                  <a:pt x="1982571" y="2064761"/>
                  <a:pt x="1924104" y="2064761"/>
                </a:cubicBezTo>
                <a:lnTo>
                  <a:pt x="105863" y="2064761"/>
                </a:lnTo>
                <a:cubicBezTo>
                  <a:pt x="47396" y="2064761"/>
                  <a:pt x="0" y="2017365"/>
                  <a:pt x="0" y="1958898"/>
                </a:cubicBezTo>
                <a:lnTo>
                  <a:pt x="0" y="105863"/>
                </a:lnTo>
                <a:cubicBezTo>
                  <a:pt x="0" y="47396"/>
                  <a:pt x="47396" y="0"/>
                  <a:pt x="105863" y="0"/>
                </a:cubicBezTo>
                <a:close/>
              </a:path>
            </a:pathLst>
          </a:custGeom>
          <a:solidFill>
            <a:schemeClr val="tx1">
              <a:alpha val="44000"/>
            </a:schemeClr>
          </a:solidFill>
          <a:ln w="38100">
            <a:solidFill>
              <a:schemeClr val="tx1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CAC5BC1-0579-4FF8-8EE0-5843560A8F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84114" y="1364239"/>
            <a:ext cx="2029967" cy="2064761"/>
          </a:xfrm>
          <a:custGeom>
            <a:avLst/>
            <a:gdLst>
              <a:gd name="connsiteX0" fmla="*/ 105863 w 2029967"/>
              <a:gd name="connsiteY0" fmla="*/ 0 h 2064761"/>
              <a:gd name="connsiteX1" fmla="*/ 1924104 w 2029967"/>
              <a:gd name="connsiteY1" fmla="*/ 0 h 2064761"/>
              <a:gd name="connsiteX2" fmla="*/ 2029967 w 2029967"/>
              <a:gd name="connsiteY2" fmla="*/ 105863 h 2064761"/>
              <a:gd name="connsiteX3" fmla="*/ 2029967 w 2029967"/>
              <a:gd name="connsiteY3" fmla="*/ 1958898 h 2064761"/>
              <a:gd name="connsiteX4" fmla="*/ 1924104 w 2029967"/>
              <a:gd name="connsiteY4" fmla="*/ 2064761 h 2064761"/>
              <a:gd name="connsiteX5" fmla="*/ 105863 w 2029967"/>
              <a:gd name="connsiteY5" fmla="*/ 2064761 h 2064761"/>
              <a:gd name="connsiteX6" fmla="*/ 0 w 2029967"/>
              <a:gd name="connsiteY6" fmla="*/ 1958898 h 2064761"/>
              <a:gd name="connsiteX7" fmla="*/ 0 w 2029967"/>
              <a:gd name="connsiteY7" fmla="*/ 105863 h 2064761"/>
              <a:gd name="connsiteX8" fmla="*/ 105863 w 2029967"/>
              <a:gd name="connsiteY8" fmla="*/ 0 h 206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9967" h="2064761">
                <a:moveTo>
                  <a:pt x="105863" y="0"/>
                </a:moveTo>
                <a:lnTo>
                  <a:pt x="1924104" y="0"/>
                </a:lnTo>
                <a:cubicBezTo>
                  <a:pt x="1982571" y="0"/>
                  <a:pt x="2029967" y="47396"/>
                  <a:pt x="2029967" y="105863"/>
                </a:cubicBezTo>
                <a:lnTo>
                  <a:pt x="2029967" y="1958898"/>
                </a:lnTo>
                <a:cubicBezTo>
                  <a:pt x="2029967" y="2017365"/>
                  <a:pt x="1982571" y="2064761"/>
                  <a:pt x="1924104" y="2064761"/>
                </a:cubicBezTo>
                <a:lnTo>
                  <a:pt x="105863" y="2064761"/>
                </a:lnTo>
                <a:cubicBezTo>
                  <a:pt x="47396" y="2064761"/>
                  <a:pt x="0" y="2017365"/>
                  <a:pt x="0" y="1958898"/>
                </a:cubicBezTo>
                <a:lnTo>
                  <a:pt x="0" y="105863"/>
                </a:lnTo>
                <a:cubicBezTo>
                  <a:pt x="0" y="47396"/>
                  <a:pt x="47396" y="0"/>
                  <a:pt x="105863" y="0"/>
                </a:cubicBezTo>
                <a:close/>
              </a:path>
            </a:pathLst>
          </a:custGeom>
          <a:solidFill>
            <a:schemeClr val="tx1">
              <a:alpha val="44000"/>
            </a:schemeClr>
          </a:solidFill>
          <a:ln w="38100">
            <a:solidFill>
              <a:schemeClr val="tx1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333AEC7-D52B-41BF-B9DB-E6F962BF596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74653" y="4022774"/>
            <a:ext cx="2029967" cy="2064761"/>
          </a:xfrm>
          <a:custGeom>
            <a:avLst/>
            <a:gdLst>
              <a:gd name="connsiteX0" fmla="*/ 105863 w 2029967"/>
              <a:gd name="connsiteY0" fmla="*/ 0 h 2064761"/>
              <a:gd name="connsiteX1" fmla="*/ 1924104 w 2029967"/>
              <a:gd name="connsiteY1" fmla="*/ 0 h 2064761"/>
              <a:gd name="connsiteX2" fmla="*/ 2029967 w 2029967"/>
              <a:gd name="connsiteY2" fmla="*/ 105863 h 2064761"/>
              <a:gd name="connsiteX3" fmla="*/ 2029967 w 2029967"/>
              <a:gd name="connsiteY3" fmla="*/ 1958898 h 2064761"/>
              <a:gd name="connsiteX4" fmla="*/ 1924104 w 2029967"/>
              <a:gd name="connsiteY4" fmla="*/ 2064761 h 2064761"/>
              <a:gd name="connsiteX5" fmla="*/ 105863 w 2029967"/>
              <a:gd name="connsiteY5" fmla="*/ 2064761 h 2064761"/>
              <a:gd name="connsiteX6" fmla="*/ 0 w 2029967"/>
              <a:gd name="connsiteY6" fmla="*/ 1958898 h 2064761"/>
              <a:gd name="connsiteX7" fmla="*/ 0 w 2029967"/>
              <a:gd name="connsiteY7" fmla="*/ 105863 h 2064761"/>
              <a:gd name="connsiteX8" fmla="*/ 105863 w 2029967"/>
              <a:gd name="connsiteY8" fmla="*/ 0 h 206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9967" h="2064761">
                <a:moveTo>
                  <a:pt x="105863" y="0"/>
                </a:moveTo>
                <a:lnTo>
                  <a:pt x="1924104" y="0"/>
                </a:lnTo>
                <a:cubicBezTo>
                  <a:pt x="1982571" y="0"/>
                  <a:pt x="2029967" y="47396"/>
                  <a:pt x="2029967" y="105863"/>
                </a:cubicBezTo>
                <a:lnTo>
                  <a:pt x="2029967" y="1958898"/>
                </a:lnTo>
                <a:cubicBezTo>
                  <a:pt x="2029967" y="2017365"/>
                  <a:pt x="1982571" y="2064761"/>
                  <a:pt x="1924104" y="2064761"/>
                </a:cubicBezTo>
                <a:lnTo>
                  <a:pt x="105863" y="2064761"/>
                </a:lnTo>
                <a:cubicBezTo>
                  <a:pt x="47396" y="2064761"/>
                  <a:pt x="0" y="2017365"/>
                  <a:pt x="0" y="1958898"/>
                </a:cubicBezTo>
                <a:lnTo>
                  <a:pt x="0" y="105863"/>
                </a:lnTo>
                <a:cubicBezTo>
                  <a:pt x="0" y="47396"/>
                  <a:pt x="47396" y="0"/>
                  <a:pt x="105863" y="0"/>
                </a:cubicBezTo>
                <a:close/>
              </a:path>
            </a:pathLst>
          </a:custGeom>
          <a:solidFill>
            <a:schemeClr val="tx1">
              <a:alpha val="44000"/>
            </a:schemeClr>
          </a:solidFill>
          <a:ln w="38100">
            <a:solidFill>
              <a:schemeClr val="tx1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fa-IR"/>
            </a:lvl1pPr>
          </a:lstStyle>
          <a:p>
            <a:pPr lvl="0"/>
            <a:endParaRPr lang="fa-IR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171A25B-5587-4484-906D-F8D7B7C86B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4114" y="4022773"/>
            <a:ext cx="2029967" cy="2064761"/>
          </a:xfrm>
          <a:custGeom>
            <a:avLst/>
            <a:gdLst>
              <a:gd name="connsiteX0" fmla="*/ 105863 w 2029967"/>
              <a:gd name="connsiteY0" fmla="*/ 0 h 2064761"/>
              <a:gd name="connsiteX1" fmla="*/ 1924104 w 2029967"/>
              <a:gd name="connsiteY1" fmla="*/ 0 h 2064761"/>
              <a:gd name="connsiteX2" fmla="*/ 2029967 w 2029967"/>
              <a:gd name="connsiteY2" fmla="*/ 105863 h 2064761"/>
              <a:gd name="connsiteX3" fmla="*/ 2029967 w 2029967"/>
              <a:gd name="connsiteY3" fmla="*/ 1958898 h 2064761"/>
              <a:gd name="connsiteX4" fmla="*/ 1924104 w 2029967"/>
              <a:gd name="connsiteY4" fmla="*/ 2064761 h 2064761"/>
              <a:gd name="connsiteX5" fmla="*/ 105863 w 2029967"/>
              <a:gd name="connsiteY5" fmla="*/ 2064761 h 2064761"/>
              <a:gd name="connsiteX6" fmla="*/ 0 w 2029967"/>
              <a:gd name="connsiteY6" fmla="*/ 1958898 h 2064761"/>
              <a:gd name="connsiteX7" fmla="*/ 0 w 2029967"/>
              <a:gd name="connsiteY7" fmla="*/ 105863 h 2064761"/>
              <a:gd name="connsiteX8" fmla="*/ 105863 w 2029967"/>
              <a:gd name="connsiteY8" fmla="*/ 0 h 206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9967" h="2064761">
                <a:moveTo>
                  <a:pt x="105863" y="0"/>
                </a:moveTo>
                <a:lnTo>
                  <a:pt x="1924104" y="0"/>
                </a:lnTo>
                <a:cubicBezTo>
                  <a:pt x="1982571" y="0"/>
                  <a:pt x="2029967" y="47396"/>
                  <a:pt x="2029967" y="105863"/>
                </a:cubicBezTo>
                <a:lnTo>
                  <a:pt x="2029967" y="1958898"/>
                </a:lnTo>
                <a:cubicBezTo>
                  <a:pt x="2029967" y="2017365"/>
                  <a:pt x="1982571" y="2064761"/>
                  <a:pt x="1924104" y="2064761"/>
                </a:cubicBezTo>
                <a:lnTo>
                  <a:pt x="105863" y="2064761"/>
                </a:lnTo>
                <a:cubicBezTo>
                  <a:pt x="47396" y="2064761"/>
                  <a:pt x="0" y="2017365"/>
                  <a:pt x="0" y="1958898"/>
                </a:cubicBezTo>
                <a:lnTo>
                  <a:pt x="0" y="105863"/>
                </a:lnTo>
                <a:cubicBezTo>
                  <a:pt x="0" y="47396"/>
                  <a:pt x="47396" y="0"/>
                  <a:pt x="105863" y="0"/>
                </a:cubicBezTo>
                <a:close/>
              </a:path>
            </a:pathLst>
          </a:custGeom>
          <a:solidFill>
            <a:schemeClr val="tx1">
              <a:alpha val="44000"/>
            </a:schemeClr>
          </a:solidFill>
          <a:ln w="38100">
            <a:solidFill>
              <a:schemeClr val="tx1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fa-IR"/>
            </a:lvl1pPr>
          </a:lstStyle>
          <a:p>
            <a:pPr lvl="0"/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1600047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E386A7-08BE-497E-AEB6-7E82207CE1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6487" y="1825863"/>
            <a:ext cx="3779026" cy="3779026"/>
          </a:xfrm>
          <a:custGeom>
            <a:avLst/>
            <a:gdLst>
              <a:gd name="connsiteX0" fmla="*/ 197076 w 3779026"/>
              <a:gd name="connsiteY0" fmla="*/ 0 h 3779026"/>
              <a:gd name="connsiteX1" fmla="*/ 3581950 w 3779026"/>
              <a:gd name="connsiteY1" fmla="*/ 0 h 3779026"/>
              <a:gd name="connsiteX2" fmla="*/ 3779026 w 3779026"/>
              <a:gd name="connsiteY2" fmla="*/ 197076 h 3779026"/>
              <a:gd name="connsiteX3" fmla="*/ 3779026 w 3779026"/>
              <a:gd name="connsiteY3" fmla="*/ 3581950 h 3779026"/>
              <a:gd name="connsiteX4" fmla="*/ 3581950 w 3779026"/>
              <a:gd name="connsiteY4" fmla="*/ 3779026 h 3779026"/>
              <a:gd name="connsiteX5" fmla="*/ 197076 w 3779026"/>
              <a:gd name="connsiteY5" fmla="*/ 3779026 h 3779026"/>
              <a:gd name="connsiteX6" fmla="*/ 0 w 3779026"/>
              <a:gd name="connsiteY6" fmla="*/ 3581950 h 3779026"/>
              <a:gd name="connsiteX7" fmla="*/ 0 w 3779026"/>
              <a:gd name="connsiteY7" fmla="*/ 197076 h 3779026"/>
              <a:gd name="connsiteX8" fmla="*/ 197076 w 3779026"/>
              <a:gd name="connsiteY8" fmla="*/ 0 h 3779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79026" h="3779026">
                <a:moveTo>
                  <a:pt x="197076" y="0"/>
                </a:moveTo>
                <a:lnTo>
                  <a:pt x="3581950" y="0"/>
                </a:lnTo>
                <a:cubicBezTo>
                  <a:pt x="3690792" y="0"/>
                  <a:pt x="3779026" y="88234"/>
                  <a:pt x="3779026" y="197076"/>
                </a:cubicBezTo>
                <a:lnTo>
                  <a:pt x="3779026" y="3581950"/>
                </a:lnTo>
                <a:cubicBezTo>
                  <a:pt x="3779026" y="3690792"/>
                  <a:pt x="3690792" y="3779026"/>
                  <a:pt x="3581950" y="3779026"/>
                </a:cubicBezTo>
                <a:lnTo>
                  <a:pt x="197076" y="3779026"/>
                </a:lnTo>
                <a:cubicBezTo>
                  <a:pt x="88234" y="3779026"/>
                  <a:pt x="0" y="3690792"/>
                  <a:pt x="0" y="3581950"/>
                </a:cubicBezTo>
                <a:lnTo>
                  <a:pt x="0" y="197076"/>
                </a:lnTo>
                <a:cubicBezTo>
                  <a:pt x="0" y="88234"/>
                  <a:pt x="88234" y="0"/>
                  <a:pt x="197076" y="0"/>
                </a:cubicBezTo>
                <a:close/>
              </a:path>
            </a:pathLst>
          </a:custGeom>
          <a:solidFill>
            <a:schemeClr val="tx1"/>
          </a:solidFill>
          <a:ln w="38100">
            <a:solidFill>
              <a:schemeClr val="bg2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644249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CDBFE2-4166-4A65-B72F-1E8FE25ACB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16827" y="1325769"/>
            <a:ext cx="2029967" cy="2064761"/>
          </a:xfrm>
          <a:custGeom>
            <a:avLst/>
            <a:gdLst>
              <a:gd name="connsiteX0" fmla="*/ 0 w 2029967"/>
              <a:gd name="connsiteY0" fmla="*/ 0 h 2064761"/>
              <a:gd name="connsiteX1" fmla="*/ 1706370 w 2029967"/>
              <a:gd name="connsiteY1" fmla="*/ 0 h 2064761"/>
              <a:gd name="connsiteX2" fmla="*/ 2029967 w 2029967"/>
              <a:gd name="connsiteY2" fmla="*/ 323597 h 2064761"/>
              <a:gd name="connsiteX3" fmla="*/ 2029967 w 2029967"/>
              <a:gd name="connsiteY3" fmla="*/ 2064761 h 2064761"/>
              <a:gd name="connsiteX4" fmla="*/ 0 w 2029967"/>
              <a:gd name="connsiteY4" fmla="*/ 2064761 h 206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9967" h="2064761">
                <a:moveTo>
                  <a:pt x="0" y="0"/>
                </a:moveTo>
                <a:lnTo>
                  <a:pt x="1706370" y="0"/>
                </a:lnTo>
                <a:cubicBezTo>
                  <a:pt x="1885088" y="0"/>
                  <a:pt x="2029967" y="144879"/>
                  <a:pt x="2029967" y="323597"/>
                </a:cubicBezTo>
                <a:lnTo>
                  <a:pt x="2029967" y="2064761"/>
                </a:lnTo>
                <a:lnTo>
                  <a:pt x="0" y="2064761"/>
                </a:lnTo>
                <a:close/>
              </a:path>
            </a:pathLst>
          </a:custGeom>
          <a:solidFill>
            <a:schemeClr val="accent1">
              <a:alpha val="43000"/>
            </a:schemeClr>
          </a:solidFill>
          <a:ln w="38100">
            <a:solidFill>
              <a:schemeClr val="tx1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fa-I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70EFE7B-2921-4885-A225-A63594A1DA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42191" y="1325769"/>
            <a:ext cx="2029967" cy="2064761"/>
          </a:xfrm>
          <a:custGeom>
            <a:avLst/>
            <a:gdLst>
              <a:gd name="connsiteX0" fmla="*/ 0 w 2029967"/>
              <a:gd name="connsiteY0" fmla="*/ 0 h 2064761"/>
              <a:gd name="connsiteX1" fmla="*/ 1706370 w 2029967"/>
              <a:gd name="connsiteY1" fmla="*/ 0 h 2064761"/>
              <a:gd name="connsiteX2" fmla="*/ 2029967 w 2029967"/>
              <a:gd name="connsiteY2" fmla="*/ 323597 h 2064761"/>
              <a:gd name="connsiteX3" fmla="*/ 2029967 w 2029967"/>
              <a:gd name="connsiteY3" fmla="*/ 2064761 h 2064761"/>
              <a:gd name="connsiteX4" fmla="*/ 0 w 2029967"/>
              <a:gd name="connsiteY4" fmla="*/ 2064761 h 206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9967" h="2064761">
                <a:moveTo>
                  <a:pt x="0" y="0"/>
                </a:moveTo>
                <a:lnTo>
                  <a:pt x="1706370" y="0"/>
                </a:lnTo>
                <a:cubicBezTo>
                  <a:pt x="1885088" y="0"/>
                  <a:pt x="2029967" y="144879"/>
                  <a:pt x="2029967" y="323597"/>
                </a:cubicBezTo>
                <a:lnTo>
                  <a:pt x="2029967" y="2064761"/>
                </a:lnTo>
                <a:lnTo>
                  <a:pt x="0" y="2064761"/>
                </a:lnTo>
                <a:close/>
              </a:path>
            </a:pathLst>
          </a:custGeom>
          <a:solidFill>
            <a:schemeClr val="accent1">
              <a:alpha val="43000"/>
            </a:schemeClr>
          </a:solidFill>
          <a:ln w="38100">
            <a:solidFill>
              <a:schemeClr val="tx1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fa-IR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76FF9C1-8D80-4469-AF3E-9BB57D2CC7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16828" y="3961856"/>
            <a:ext cx="2029967" cy="2064761"/>
          </a:xfrm>
          <a:custGeom>
            <a:avLst/>
            <a:gdLst>
              <a:gd name="connsiteX0" fmla="*/ 0 w 2029967"/>
              <a:gd name="connsiteY0" fmla="*/ 0 h 2064761"/>
              <a:gd name="connsiteX1" fmla="*/ 1706370 w 2029967"/>
              <a:gd name="connsiteY1" fmla="*/ 0 h 2064761"/>
              <a:gd name="connsiteX2" fmla="*/ 2029967 w 2029967"/>
              <a:gd name="connsiteY2" fmla="*/ 323597 h 2064761"/>
              <a:gd name="connsiteX3" fmla="*/ 2029967 w 2029967"/>
              <a:gd name="connsiteY3" fmla="*/ 2064761 h 2064761"/>
              <a:gd name="connsiteX4" fmla="*/ 0 w 2029967"/>
              <a:gd name="connsiteY4" fmla="*/ 2064761 h 206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9967" h="2064761">
                <a:moveTo>
                  <a:pt x="0" y="0"/>
                </a:moveTo>
                <a:lnTo>
                  <a:pt x="1706370" y="0"/>
                </a:lnTo>
                <a:cubicBezTo>
                  <a:pt x="1885088" y="0"/>
                  <a:pt x="2029967" y="144879"/>
                  <a:pt x="2029967" y="323597"/>
                </a:cubicBezTo>
                <a:lnTo>
                  <a:pt x="2029967" y="2064761"/>
                </a:lnTo>
                <a:lnTo>
                  <a:pt x="0" y="2064761"/>
                </a:lnTo>
                <a:close/>
              </a:path>
            </a:pathLst>
          </a:custGeom>
          <a:solidFill>
            <a:schemeClr val="accent1">
              <a:alpha val="43000"/>
            </a:schemeClr>
          </a:solidFill>
          <a:ln w="38100">
            <a:solidFill>
              <a:schemeClr val="tx1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fa-IR"/>
            </a:lvl1pPr>
          </a:lstStyle>
          <a:p>
            <a:pPr lvl="0"/>
            <a:endParaRPr lang="fa-IR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86842C3-48C0-4BEE-BC75-29419546D5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42191" y="3961856"/>
            <a:ext cx="2029967" cy="2064761"/>
          </a:xfrm>
          <a:custGeom>
            <a:avLst/>
            <a:gdLst>
              <a:gd name="connsiteX0" fmla="*/ 0 w 2029967"/>
              <a:gd name="connsiteY0" fmla="*/ 0 h 2064761"/>
              <a:gd name="connsiteX1" fmla="*/ 1706370 w 2029967"/>
              <a:gd name="connsiteY1" fmla="*/ 0 h 2064761"/>
              <a:gd name="connsiteX2" fmla="*/ 2029967 w 2029967"/>
              <a:gd name="connsiteY2" fmla="*/ 323597 h 2064761"/>
              <a:gd name="connsiteX3" fmla="*/ 2029967 w 2029967"/>
              <a:gd name="connsiteY3" fmla="*/ 2064761 h 2064761"/>
              <a:gd name="connsiteX4" fmla="*/ 0 w 2029967"/>
              <a:gd name="connsiteY4" fmla="*/ 2064761 h 206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9967" h="2064761">
                <a:moveTo>
                  <a:pt x="0" y="0"/>
                </a:moveTo>
                <a:lnTo>
                  <a:pt x="1706370" y="0"/>
                </a:lnTo>
                <a:cubicBezTo>
                  <a:pt x="1885088" y="0"/>
                  <a:pt x="2029967" y="144879"/>
                  <a:pt x="2029967" y="323597"/>
                </a:cubicBezTo>
                <a:lnTo>
                  <a:pt x="2029967" y="2064761"/>
                </a:lnTo>
                <a:lnTo>
                  <a:pt x="0" y="2064761"/>
                </a:lnTo>
                <a:close/>
              </a:path>
            </a:pathLst>
          </a:custGeom>
          <a:solidFill>
            <a:schemeClr val="accent1">
              <a:alpha val="43000"/>
            </a:schemeClr>
          </a:solidFill>
          <a:ln w="38100">
            <a:solidFill>
              <a:schemeClr val="tx1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fa-IR"/>
            </a:lvl1pPr>
          </a:lstStyle>
          <a:p>
            <a:pPr lvl="0"/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740224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5FF4CF-C1FF-420D-8164-8CFE1E746D5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66845" y="1561035"/>
            <a:ext cx="1686900" cy="1715814"/>
          </a:xfrm>
          <a:custGeom>
            <a:avLst/>
            <a:gdLst>
              <a:gd name="connsiteX0" fmla="*/ 843450 w 1686900"/>
              <a:gd name="connsiteY0" fmla="*/ 0 h 1715814"/>
              <a:gd name="connsiteX1" fmla="*/ 1686900 w 1686900"/>
              <a:gd name="connsiteY1" fmla="*/ 843450 h 1715814"/>
              <a:gd name="connsiteX2" fmla="*/ 1686900 w 1686900"/>
              <a:gd name="connsiteY2" fmla="*/ 872364 h 1715814"/>
              <a:gd name="connsiteX3" fmla="*/ 843450 w 1686900"/>
              <a:gd name="connsiteY3" fmla="*/ 1715814 h 1715814"/>
              <a:gd name="connsiteX4" fmla="*/ 0 w 1686900"/>
              <a:gd name="connsiteY4" fmla="*/ 872364 h 1715814"/>
              <a:gd name="connsiteX5" fmla="*/ 0 w 1686900"/>
              <a:gd name="connsiteY5" fmla="*/ 843450 h 1715814"/>
              <a:gd name="connsiteX6" fmla="*/ 843450 w 1686900"/>
              <a:gd name="connsiteY6" fmla="*/ 0 h 171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6900" h="1715814">
                <a:moveTo>
                  <a:pt x="843450" y="0"/>
                </a:moveTo>
                <a:cubicBezTo>
                  <a:pt x="1309275" y="0"/>
                  <a:pt x="1686900" y="377625"/>
                  <a:pt x="1686900" y="843450"/>
                </a:cubicBezTo>
                <a:lnTo>
                  <a:pt x="1686900" y="872364"/>
                </a:lnTo>
                <a:cubicBezTo>
                  <a:pt x="1686900" y="1338189"/>
                  <a:pt x="1309275" y="1715814"/>
                  <a:pt x="843450" y="1715814"/>
                </a:cubicBezTo>
                <a:cubicBezTo>
                  <a:pt x="377625" y="1715814"/>
                  <a:pt x="0" y="1338189"/>
                  <a:pt x="0" y="872364"/>
                </a:cubicBezTo>
                <a:lnTo>
                  <a:pt x="0" y="843450"/>
                </a:lnTo>
                <a:cubicBezTo>
                  <a:pt x="0" y="377625"/>
                  <a:pt x="377625" y="0"/>
                  <a:pt x="843450" y="0"/>
                </a:cubicBezTo>
                <a:close/>
              </a:path>
            </a:pathLst>
          </a:custGeom>
          <a:solidFill>
            <a:schemeClr val="accent1">
              <a:alpha val="46000"/>
            </a:schemeClr>
          </a:solidFill>
          <a:ln w="38100">
            <a:solidFill>
              <a:schemeClr val="bg2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 rtl="1">
              <a:lnSpc>
                <a:spcPct val="150000"/>
              </a:lnSpc>
              <a:buNone/>
              <a:defRPr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pPr lvl="0"/>
            <a:r>
              <a:rPr lang="fa-IR" dirty="0"/>
              <a:t>تصویر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158B27F-5AC5-468A-A665-64F231A01AF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94061" y="1561035"/>
            <a:ext cx="1686900" cy="1715814"/>
          </a:xfrm>
          <a:custGeom>
            <a:avLst/>
            <a:gdLst>
              <a:gd name="connsiteX0" fmla="*/ 843450 w 1686900"/>
              <a:gd name="connsiteY0" fmla="*/ 0 h 1715814"/>
              <a:gd name="connsiteX1" fmla="*/ 1686900 w 1686900"/>
              <a:gd name="connsiteY1" fmla="*/ 843450 h 1715814"/>
              <a:gd name="connsiteX2" fmla="*/ 1686900 w 1686900"/>
              <a:gd name="connsiteY2" fmla="*/ 872364 h 1715814"/>
              <a:gd name="connsiteX3" fmla="*/ 843450 w 1686900"/>
              <a:gd name="connsiteY3" fmla="*/ 1715814 h 1715814"/>
              <a:gd name="connsiteX4" fmla="*/ 0 w 1686900"/>
              <a:gd name="connsiteY4" fmla="*/ 872364 h 1715814"/>
              <a:gd name="connsiteX5" fmla="*/ 0 w 1686900"/>
              <a:gd name="connsiteY5" fmla="*/ 843450 h 1715814"/>
              <a:gd name="connsiteX6" fmla="*/ 843450 w 1686900"/>
              <a:gd name="connsiteY6" fmla="*/ 0 h 171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6900" h="1715814">
                <a:moveTo>
                  <a:pt x="843450" y="0"/>
                </a:moveTo>
                <a:cubicBezTo>
                  <a:pt x="1309275" y="0"/>
                  <a:pt x="1686900" y="377625"/>
                  <a:pt x="1686900" y="843450"/>
                </a:cubicBezTo>
                <a:lnTo>
                  <a:pt x="1686900" y="872364"/>
                </a:lnTo>
                <a:cubicBezTo>
                  <a:pt x="1686900" y="1338189"/>
                  <a:pt x="1309275" y="1715814"/>
                  <a:pt x="843450" y="1715814"/>
                </a:cubicBezTo>
                <a:cubicBezTo>
                  <a:pt x="377625" y="1715814"/>
                  <a:pt x="0" y="1338189"/>
                  <a:pt x="0" y="872364"/>
                </a:cubicBezTo>
                <a:lnTo>
                  <a:pt x="0" y="843450"/>
                </a:lnTo>
                <a:cubicBezTo>
                  <a:pt x="0" y="377625"/>
                  <a:pt x="377625" y="0"/>
                  <a:pt x="843450" y="0"/>
                </a:cubicBezTo>
                <a:close/>
              </a:path>
            </a:pathLst>
          </a:custGeom>
          <a:solidFill>
            <a:schemeClr val="accent1">
              <a:alpha val="46000"/>
            </a:schemeClr>
          </a:solidFill>
          <a:ln w="38100">
            <a:solidFill>
              <a:schemeClr val="bg2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>
            <a:lvl1pPr marL="0" indent="0" algn="ctr" rtl="1">
              <a:lnSpc>
                <a:spcPct val="150000"/>
              </a:lnSpc>
              <a:buFont typeface="Arial" panose="020B0604020202020204" pitchFamily="34" charset="0"/>
              <a:buNone/>
              <a:defRPr lang="fa-IR"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pPr lvl="0"/>
            <a:r>
              <a:rPr lang="fa-IR" dirty="0"/>
              <a:t>تصویر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2B6BB13-1192-40E5-8DB6-A264C2DE7D9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489101" y="1561035"/>
            <a:ext cx="1686900" cy="1715814"/>
          </a:xfrm>
          <a:custGeom>
            <a:avLst/>
            <a:gdLst>
              <a:gd name="connsiteX0" fmla="*/ 843450 w 1686900"/>
              <a:gd name="connsiteY0" fmla="*/ 0 h 1715814"/>
              <a:gd name="connsiteX1" fmla="*/ 1686900 w 1686900"/>
              <a:gd name="connsiteY1" fmla="*/ 843450 h 1715814"/>
              <a:gd name="connsiteX2" fmla="*/ 1686900 w 1686900"/>
              <a:gd name="connsiteY2" fmla="*/ 872364 h 1715814"/>
              <a:gd name="connsiteX3" fmla="*/ 843450 w 1686900"/>
              <a:gd name="connsiteY3" fmla="*/ 1715814 h 1715814"/>
              <a:gd name="connsiteX4" fmla="*/ 0 w 1686900"/>
              <a:gd name="connsiteY4" fmla="*/ 872364 h 1715814"/>
              <a:gd name="connsiteX5" fmla="*/ 0 w 1686900"/>
              <a:gd name="connsiteY5" fmla="*/ 843450 h 1715814"/>
              <a:gd name="connsiteX6" fmla="*/ 843450 w 1686900"/>
              <a:gd name="connsiteY6" fmla="*/ 0 h 171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6900" h="1715814">
                <a:moveTo>
                  <a:pt x="843450" y="0"/>
                </a:moveTo>
                <a:cubicBezTo>
                  <a:pt x="1309275" y="0"/>
                  <a:pt x="1686900" y="377625"/>
                  <a:pt x="1686900" y="843450"/>
                </a:cubicBezTo>
                <a:lnTo>
                  <a:pt x="1686900" y="872364"/>
                </a:lnTo>
                <a:cubicBezTo>
                  <a:pt x="1686900" y="1338189"/>
                  <a:pt x="1309275" y="1715814"/>
                  <a:pt x="843450" y="1715814"/>
                </a:cubicBezTo>
                <a:cubicBezTo>
                  <a:pt x="377625" y="1715814"/>
                  <a:pt x="0" y="1338189"/>
                  <a:pt x="0" y="872364"/>
                </a:cubicBezTo>
                <a:lnTo>
                  <a:pt x="0" y="843450"/>
                </a:lnTo>
                <a:cubicBezTo>
                  <a:pt x="0" y="377625"/>
                  <a:pt x="377625" y="0"/>
                  <a:pt x="843450" y="0"/>
                </a:cubicBezTo>
                <a:close/>
              </a:path>
            </a:pathLst>
          </a:custGeom>
          <a:solidFill>
            <a:schemeClr val="accent1">
              <a:alpha val="46000"/>
            </a:schemeClr>
          </a:solidFill>
          <a:ln w="38100">
            <a:solidFill>
              <a:schemeClr val="bg2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ctr" rtl="1">
              <a:lnSpc>
                <a:spcPct val="150000"/>
              </a:lnSpc>
              <a:buNone/>
              <a:defRPr lang="fa-IR"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pPr lvl="0"/>
            <a:r>
              <a:rPr lang="fa-IR" dirty="0"/>
              <a:t>تصویر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ED1FCFC-1DB4-45C3-9AED-FE85C8B93D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266845" y="3992064"/>
            <a:ext cx="1686900" cy="1715814"/>
          </a:xfrm>
          <a:custGeom>
            <a:avLst/>
            <a:gdLst>
              <a:gd name="connsiteX0" fmla="*/ 843450 w 1686900"/>
              <a:gd name="connsiteY0" fmla="*/ 0 h 1715814"/>
              <a:gd name="connsiteX1" fmla="*/ 1686900 w 1686900"/>
              <a:gd name="connsiteY1" fmla="*/ 843450 h 1715814"/>
              <a:gd name="connsiteX2" fmla="*/ 1686900 w 1686900"/>
              <a:gd name="connsiteY2" fmla="*/ 872364 h 1715814"/>
              <a:gd name="connsiteX3" fmla="*/ 843450 w 1686900"/>
              <a:gd name="connsiteY3" fmla="*/ 1715814 h 1715814"/>
              <a:gd name="connsiteX4" fmla="*/ 0 w 1686900"/>
              <a:gd name="connsiteY4" fmla="*/ 872364 h 1715814"/>
              <a:gd name="connsiteX5" fmla="*/ 0 w 1686900"/>
              <a:gd name="connsiteY5" fmla="*/ 843450 h 1715814"/>
              <a:gd name="connsiteX6" fmla="*/ 843450 w 1686900"/>
              <a:gd name="connsiteY6" fmla="*/ 0 h 171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6900" h="1715814">
                <a:moveTo>
                  <a:pt x="843450" y="0"/>
                </a:moveTo>
                <a:cubicBezTo>
                  <a:pt x="1309275" y="0"/>
                  <a:pt x="1686900" y="377625"/>
                  <a:pt x="1686900" y="843450"/>
                </a:cubicBezTo>
                <a:lnTo>
                  <a:pt x="1686900" y="872364"/>
                </a:lnTo>
                <a:cubicBezTo>
                  <a:pt x="1686900" y="1338189"/>
                  <a:pt x="1309275" y="1715814"/>
                  <a:pt x="843450" y="1715814"/>
                </a:cubicBezTo>
                <a:cubicBezTo>
                  <a:pt x="377625" y="1715814"/>
                  <a:pt x="0" y="1338189"/>
                  <a:pt x="0" y="872364"/>
                </a:cubicBezTo>
                <a:lnTo>
                  <a:pt x="0" y="843450"/>
                </a:lnTo>
                <a:cubicBezTo>
                  <a:pt x="0" y="377625"/>
                  <a:pt x="377625" y="0"/>
                  <a:pt x="843450" y="0"/>
                </a:cubicBezTo>
                <a:close/>
              </a:path>
            </a:pathLst>
          </a:custGeom>
          <a:solidFill>
            <a:schemeClr val="accent1">
              <a:alpha val="46000"/>
            </a:schemeClr>
          </a:solidFill>
          <a:ln w="38100">
            <a:solidFill>
              <a:schemeClr val="bg2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ctr" rtl="1">
              <a:lnSpc>
                <a:spcPct val="150000"/>
              </a:lnSpc>
              <a:buNone/>
              <a:defRPr lang="fa-IR"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pPr lvl="0"/>
            <a:r>
              <a:rPr lang="fa-IR" dirty="0"/>
              <a:t>تصویر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084C1AF-497A-4862-BBAC-398A5594DA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4061" y="3992064"/>
            <a:ext cx="1686900" cy="1715814"/>
          </a:xfrm>
          <a:custGeom>
            <a:avLst/>
            <a:gdLst>
              <a:gd name="connsiteX0" fmla="*/ 843450 w 1686900"/>
              <a:gd name="connsiteY0" fmla="*/ 0 h 1715814"/>
              <a:gd name="connsiteX1" fmla="*/ 1686900 w 1686900"/>
              <a:gd name="connsiteY1" fmla="*/ 843450 h 1715814"/>
              <a:gd name="connsiteX2" fmla="*/ 1686900 w 1686900"/>
              <a:gd name="connsiteY2" fmla="*/ 872364 h 1715814"/>
              <a:gd name="connsiteX3" fmla="*/ 843450 w 1686900"/>
              <a:gd name="connsiteY3" fmla="*/ 1715814 h 1715814"/>
              <a:gd name="connsiteX4" fmla="*/ 0 w 1686900"/>
              <a:gd name="connsiteY4" fmla="*/ 872364 h 1715814"/>
              <a:gd name="connsiteX5" fmla="*/ 0 w 1686900"/>
              <a:gd name="connsiteY5" fmla="*/ 843450 h 1715814"/>
              <a:gd name="connsiteX6" fmla="*/ 843450 w 1686900"/>
              <a:gd name="connsiteY6" fmla="*/ 0 h 171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6900" h="1715814">
                <a:moveTo>
                  <a:pt x="843450" y="0"/>
                </a:moveTo>
                <a:cubicBezTo>
                  <a:pt x="1309275" y="0"/>
                  <a:pt x="1686900" y="377625"/>
                  <a:pt x="1686900" y="843450"/>
                </a:cubicBezTo>
                <a:lnTo>
                  <a:pt x="1686900" y="872364"/>
                </a:lnTo>
                <a:cubicBezTo>
                  <a:pt x="1686900" y="1338189"/>
                  <a:pt x="1309275" y="1715814"/>
                  <a:pt x="843450" y="1715814"/>
                </a:cubicBezTo>
                <a:cubicBezTo>
                  <a:pt x="377625" y="1715814"/>
                  <a:pt x="0" y="1338189"/>
                  <a:pt x="0" y="872364"/>
                </a:cubicBezTo>
                <a:lnTo>
                  <a:pt x="0" y="843450"/>
                </a:lnTo>
                <a:cubicBezTo>
                  <a:pt x="0" y="377625"/>
                  <a:pt x="377625" y="0"/>
                  <a:pt x="843450" y="0"/>
                </a:cubicBezTo>
                <a:close/>
              </a:path>
            </a:pathLst>
          </a:custGeom>
          <a:solidFill>
            <a:schemeClr val="accent1">
              <a:alpha val="46000"/>
            </a:schemeClr>
          </a:solidFill>
          <a:ln w="38100">
            <a:solidFill>
              <a:schemeClr val="bg2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ctr" rtl="1">
              <a:lnSpc>
                <a:spcPct val="150000"/>
              </a:lnSpc>
              <a:buNone/>
              <a:defRPr lang="fa-IR"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pPr lvl="0"/>
            <a:r>
              <a:rPr lang="fa-IR" dirty="0"/>
              <a:t>تصویر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B00562C-5521-48F1-A3ED-7A775E280D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489101" y="3992064"/>
            <a:ext cx="1686900" cy="1715814"/>
          </a:xfrm>
          <a:custGeom>
            <a:avLst/>
            <a:gdLst>
              <a:gd name="connsiteX0" fmla="*/ 843450 w 1686900"/>
              <a:gd name="connsiteY0" fmla="*/ 0 h 1715814"/>
              <a:gd name="connsiteX1" fmla="*/ 1686900 w 1686900"/>
              <a:gd name="connsiteY1" fmla="*/ 843450 h 1715814"/>
              <a:gd name="connsiteX2" fmla="*/ 1686900 w 1686900"/>
              <a:gd name="connsiteY2" fmla="*/ 872364 h 1715814"/>
              <a:gd name="connsiteX3" fmla="*/ 843450 w 1686900"/>
              <a:gd name="connsiteY3" fmla="*/ 1715814 h 1715814"/>
              <a:gd name="connsiteX4" fmla="*/ 0 w 1686900"/>
              <a:gd name="connsiteY4" fmla="*/ 872364 h 1715814"/>
              <a:gd name="connsiteX5" fmla="*/ 0 w 1686900"/>
              <a:gd name="connsiteY5" fmla="*/ 843450 h 1715814"/>
              <a:gd name="connsiteX6" fmla="*/ 843450 w 1686900"/>
              <a:gd name="connsiteY6" fmla="*/ 0 h 171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6900" h="1715814">
                <a:moveTo>
                  <a:pt x="843450" y="0"/>
                </a:moveTo>
                <a:cubicBezTo>
                  <a:pt x="1309275" y="0"/>
                  <a:pt x="1686900" y="377625"/>
                  <a:pt x="1686900" y="843450"/>
                </a:cubicBezTo>
                <a:lnTo>
                  <a:pt x="1686900" y="872364"/>
                </a:lnTo>
                <a:cubicBezTo>
                  <a:pt x="1686900" y="1338189"/>
                  <a:pt x="1309275" y="1715814"/>
                  <a:pt x="843450" y="1715814"/>
                </a:cubicBezTo>
                <a:cubicBezTo>
                  <a:pt x="377625" y="1715814"/>
                  <a:pt x="0" y="1338189"/>
                  <a:pt x="0" y="872364"/>
                </a:cubicBezTo>
                <a:lnTo>
                  <a:pt x="0" y="843450"/>
                </a:lnTo>
                <a:cubicBezTo>
                  <a:pt x="0" y="377625"/>
                  <a:pt x="377625" y="0"/>
                  <a:pt x="843450" y="0"/>
                </a:cubicBezTo>
                <a:close/>
              </a:path>
            </a:pathLst>
          </a:custGeom>
          <a:solidFill>
            <a:schemeClr val="accent1">
              <a:alpha val="46000"/>
            </a:schemeClr>
          </a:solidFill>
          <a:ln w="38100">
            <a:solidFill>
              <a:schemeClr val="bg2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ctr" rtl="1">
              <a:lnSpc>
                <a:spcPct val="150000"/>
              </a:lnSpc>
              <a:buNone/>
              <a:defRPr lang="fa-IR"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pPr lvl="0"/>
            <a:r>
              <a:rPr lang="fa-IR" dirty="0"/>
              <a:t>تصویر</a:t>
            </a:r>
          </a:p>
        </p:txBody>
      </p:sp>
    </p:spTree>
    <p:extLst>
      <p:ext uri="{BB962C8B-B14F-4D97-AF65-F5344CB8AC3E}">
        <p14:creationId xmlns:p14="http://schemas.microsoft.com/office/powerpoint/2010/main" val="2788963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ebsotre 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08C3338-A480-46CF-8496-274824B192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29170" y="2316946"/>
            <a:ext cx="2678455" cy="2724365"/>
          </a:xfrm>
          <a:custGeom>
            <a:avLst/>
            <a:gdLst>
              <a:gd name="connsiteX0" fmla="*/ 1339228 w 2678455"/>
              <a:gd name="connsiteY0" fmla="*/ 0 h 2724365"/>
              <a:gd name="connsiteX1" fmla="*/ 2678455 w 2678455"/>
              <a:gd name="connsiteY1" fmla="*/ 1339228 h 2724365"/>
              <a:gd name="connsiteX2" fmla="*/ 2678455 w 2678455"/>
              <a:gd name="connsiteY2" fmla="*/ 1385137 h 2724365"/>
              <a:gd name="connsiteX3" fmla="*/ 1339228 w 2678455"/>
              <a:gd name="connsiteY3" fmla="*/ 2724365 h 2724365"/>
              <a:gd name="connsiteX4" fmla="*/ 0 w 2678455"/>
              <a:gd name="connsiteY4" fmla="*/ 1385137 h 2724365"/>
              <a:gd name="connsiteX5" fmla="*/ 0 w 2678455"/>
              <a:gd name="connsiteY5" fmla="*/ 1339228 h 2724365"/>
              <a:gd name="connsiteX6" fmla="*/ 1339228 w 2678455"/>
              <a:gd name="connsiteY6" fmla="*/ 0 h 272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8455" h="2724365">
                <a:moveTo>
                  <a:pt x="1339228" y="0"/>
                </a:moveTo>
                <a:cubicBezTo>
                  <a:pt x="2078863" y="0"/>
                  <a:pt x="2678455" y="599592"/>
                  <a:pt x="2678455" y="1339228"/>
                </a:cubicBezTo>
                <a:lnTo>
                  <a:pt x="2678455" y="1385137"/>
                </a:lnTo>
                <a:cubicBezTo>
                  <a:pt x="2678455" y="2124773"/>
                  <a:pt x="2078863" y="2724365"/>
                  <a:pt x="1339228" y="2724365"/>
                </a:cubicBezTo>
                <a:cubicBezTo>
                  <a:pt x="599592" y="2724365"/>
                  <a:pt x="0" y="2124773"/>
                  <a:pt x="0" y="1385137"/>
                </a:cubicBezTo>
                <a:lnTo>
                  <a:pt x="0" y="1339228"/>
                </a:lnTo>
                <a:cubicBezTo>
                  <a:pt x="0" y="599592"/>
                  <a:pt x="599592" y="0"/>
                  <a:pt x="1339228" y="0"/>
                </a:cubicBezTo>
                <a:close/>
              </a:path>
            </a:pathLst>
          </a:custGeom>
          <a:solidFill>
            <a:schemeClr val="accent1">
              <a:alpha val="46000"/>
            </a:schemeClr>
          </a:solidFill>
          <a:ln w="38100">
            <a:solidFill>
              <a:schemeClr val="bg2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 rtl="1">
              <a:lnSpc>
                <a:spcPct val="150000"/>
              </a:lnSpc>
              <a:buNone/>
              <a:defRPr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pPr lvl="0"/>
            <a:r>
              <a:rPr lang="fa-IR" dirty="0"/>
              <a:t>تصویر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6218C2E-8F37-4FEE-93C2-F89A9F132BC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8804" y="2293990"/>
            <a:ext cx="2678455" cy="2724365"/>
          </a:xfrm>
          <a:custGeom>
            <a:avLst/>
            <a:gdLst>
              <a:gd name="connsiteX0" fmla="*/ 1339228 w 2678455"/>
              <a:gd name="connsiteY0" fmla="*/ 0 h 2724365"/>
              <a:gd name="connsiteX1" fmla="*/ 2678455 w 2678455"/>
              <a:gd name="connsiteY1" fmla="*/ 1339228 h 2724365"/>
              <a:gd name="connsiteX2" fmla="*/ 2678455 w 2678455"/>
              <a:gd name="connsiteY2" fmla="*/ 1385137 h 2724365"/>
              <a:gd name="connsiteX3" fmla="*/ 1339228 w 2678455"/>
              <a:gd name="connsiteY3" fmla="*/ 2724365 h 2724365"/>
              <a:gd name="connsiteX4" fmla="*/ 0 w 2678455"/>
              <a:gd name="connsiteY4" fmla="*/ 1385137 h 2724365"/>
              <a:gd name="connsiteX5" fmla="*/ 0 w 2678455"/>
              <a:gd name="connsiteY5" fmla="*/ 1339228 h 2724365"/>
              <a:gd name="connsiteX6" fmla="*/ 1339228 w 2678455"/>
              <a:gd name="connsiteY6" fmla="*/ 0 h 272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8455" h="2724365">
                <a:moveTo>
                  <a:pt x="1339228" y="0"/>
                </a:moveTo>
                <a:cubicBezTo>
                  <a:pt x="2078863" y="0"/>
                  <a:pt x="2678455" y="599592"/>
                  <a:pt x="2678455" y="1339228"/>
                </a:cubicBezTo>
                <a:lnTo>
                  <a:pt x="2678455" y="1385137"/>
                </a:lnTo>
                <a:cubicBezTo>
                  <a:pt x="2678455" y="2124773"/>
                  <a:pt x="2078863" y="2724365"/>
                  <a:pt x="1339228" y="2724365"/>
                </a:cubicBezTo>
                <a:cubicBezTo>
                  <a:pt x="599592" y="2724365"/>
                  <a:pt x="0" y="2124773"/>
                  <a:pt x="0" y="1385137"/>
                </a:cubicBezTo>
                <a:lnTo>
                  <a:pt x="0" y="1339228"/>
                </a:lnTo>
                <a:cubicBezTo>
                  <a:pt x="0" y="599592"/>
                  <a:pt x="599592" y="0"/>
                  <a:pt x="1339228" y="0"/>
                </a:cubicBezTo>
                <a:close/>
              </a:path>
            </a:pathLst>
          </a:custGeom>
          <a:solidFill>
            <a:schemeClr val="accent1">
              <a:alpha val="46000"/>
            </a:schemeClr>
          </a:solidFill>
          <a:ln w="38100">
            <a:solidFill>
              <a:schemeClr val="bg2"/>
            </a:solidFill>
          </a:ln>
          <a:effectLst>
            <a:outerShdw blurRad="660400" dist="190500" dir="10800000" algn="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fa-IR" dirty="0"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pPr marL="0" lvl="0" indent="0" algn="ctr" rtl="1">
              <a:lnSpc>
                <a:spcPct val="150000"/>
              </a:lnSpc>
              <a:buNone/>
            </a:pPr>
            <a:r>
              <a:rPr lang="fa-IR" dirty="0"/>
              <a:t>تصویر</a:t>
            </a:r>
          </a:p>
        </p:txBody>
      </p:sp>
    </p:spTree>
    <p:extLst>
      <p:ext uri="{BB962C8B-B14F-4D97-AF65-F5344CB8AC3E}">
        <p14:creationId xmlns:p14="http://schemas.microsoft.com/office/powerpoint/2010/main" val="888224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eebsotre 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3348C-0A30-45B6-AFAF-BA2C3259B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8188E-B4C3-4596-B40F-F5644CF03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17A15-7CE6-4A4F-968A-3818B75B1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585C7-1EAB-4FD0-87C3-94577936C4E5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2A86F-43FC-4204-BFB9-77A5C5A5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2544A-950D-40F3-848C-5F4081DA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FF37-42ED-48AA-929B-5B2032FAB46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976602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jeebsotre 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E1A7A-5BD0-408F-99D0-29CCBB3C5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585C7-1EAB-4FD0-87C3-94577936C4E5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A8F2F1-8A81-4D68-AFBC-701069587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F10F3-B69B-4B4B-83D0-33C3B8083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8FF37-42ED-48AA-929B-5B2032FAB46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0005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0C5ED1-C1D8-44A1-AA33-FFF55040C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53CFA-D95D-40B7-B1E9-E38EC169A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46B78-EA3A-44CA-AEE8-005C36066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BABBB-BE2D-4C76-88AB-17C6495DD6E9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6751E-9282-49EA-9CEE-45F0EA072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24D9E-E536-44E0-BD93-4143A1E84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1AD0F-FBC0-424A-A8D7-62476B7E742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486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8E0E1-5F3B-44AA-B7D1-E635A4955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E2D22-AB02-47B8-9B7A-1E0CCC035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0F7B6-6907-4B68-A6C9-20BBD8D9B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585C7-1EAB-4FD0-87C3-94577936C4E5}" type="datetimeFigureOut">
              <a:rPr lang="fa-IR" smtClean="0"/>
              <a:t>05/05/1448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3B42B-A35C-4F79-8864-6BB410409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37AC0-2F87-47FA-9823-C20F0B410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fld id="{A538FF37-42ED-48AA-929B-5B2032FAB464}" type="slidenum">
              <a:rPr lang="fa-IR" smtClean="0"/>
              <a:pPr/>
              <a:t>‹#›</a:t>
            </a:fld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98060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6.xml"/><Relationship Id="rId4" Type="http://schemas.openxmlformats.org/officeDocument/2006/relationships/slide" Target="slide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6.xml"/><Relationship Id="rId5" Type="http://schemas.openxmlformats.org/officeDocument/2006/relationships/slide" Target="slide34.xml"/><Relationship Id="rId4" Type="http://schemas.openxmlformats.org/officeDocument/2006/relationships/slide" Target="slide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slide" Target="slide38.xml"/><Relationship Id="rId4" Type="http://schemas.openxmlformats.org/officeDocument/2006/relationships/slide" Target="slide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7.xml"/><Relationship Id="rId5" Type="http://schemas.openxmlformats.org/officeDocument/2006/relationships/slide" Target="slide35.xml"/><Relationship Id="rId4" Type="http://schemas.openxmlformats.org/officeDocument/2006/relationships/slide" Target="slide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slide" Target="slide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slide" Target="slide36.xml"/><Relationship Id="rId4" Type="http://schemas.openxmlformats.org/officeDocument/2006/relationships/slide" Target="slide3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slide" Target="slide36.xml"/><Relationship Id="rId4" Type="http://schemas.openxmlformats.org/officeDocument/2006/relationships/slide" Target="slide3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slide" Target="slide38.xml"/><Relationship Id="rId4" Type="http://schemas.openxmlformats.org/officeDocument/2006/relationships/slide" Target="slide3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8.xml"/><Relationship Id="rId5" Type="http://schemas.openxmlformats.org/officeDocument/2006/relationships/slide" Target="slide36.xml"/><Relationship Id="rId4" Type="http://schemas.openxmlformats.org/officeDocument/2006/relationships/slide" Target="slide3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7" Type="http://schemas.openxmlformats.org/officeDocument/2006/relationships/slide" Target="slide33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slide" Target="slide36.xml"/><Relationship Id="rId4" Type="http://schemas.openxmlformats.org/officeDocument/2006/relationships/slide" Target="slide3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7.xml"/><Relationship Id="rId5" Type="http://schemas.openxmlformats.org/officeDocument/2006/relationships/slide" Target="slide35.xml"/><Relationship Id="rId4" Type="http://schemas.openxmlformats.org/officeDocument/2006/relationships/slide" Target="slide3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slide" Target="slide3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7.xml"/><Relationship Id="rId5" Type="http://schemas.openxmlformats.org/officeDocument/2006/relationships/slide" Target="slide35.xml"/><Relationship Id="rId4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slide" Target="slide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slide" Target="slide36.xml"/><Relationship Id="rId4" Type="http://schemas.openxmlformats.org/officeDocument/2006/relationships/slide" Target="slide3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slide" Target="slide3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iranppt.com/code-74/" TargetMode="External"/><Relationship Id="rId13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hyperlink" Target="https://iranppt.com/multipurpose-71/" TargetMode="External"/><Relationship Id="rId2" Type="http://schemas.openxmlformats.org/officeDocument/2006/relationships/hyperlink" Target="https://iranppt.com/ppt-code64/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iranppt.com/ppt-code55/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hyperlink" Target="https://iranppt.com/payanname-code36/" TargetMode="External"/><Relationship Id="rId4" Type="http://schemas.openxmlformats.org/officeDocument/2006/relationships/hyperlink" Target="https://iranppt.com/ppt-code67/" TargetMode="External"/><Relationship Id="rId9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y.jeebstore.com/course/powerpoint-pr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137134-E599-D44E-5F7E-859C1D00229B}"/>
              </a:ext>
            </a:extLst>
          </p:cNvPr>
          <p:cNvSpPr txBox="1">
            <a:spLocks/>
          </p:cNvSpPr>
          <p:nvPr/>
        </p:nvSpPr>
        <p:spPr>
          <a:xfrm>
            <a:off x="4772025" y="886790"/>
            <a:ext cx="7588959" cy="4099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9600" dirty="0">
                <a:solidFill>
                  <a:srgbClr val="262344"/>
                </a:solidFill>
                <a:latin typeface="S Besmellah 1" pitchFamily="2" charset="0"/>
                <a:cs typeface="Estedad Black" panose="02000A03000000000000" pitchFamily="2" charset="-78"/>
              </a:rPr>
              <a:t>s</a:t>
            </a:r>
            <a:endParaRPr lang="fa-IR" sz="59500" dirty="0">
              <a:solidFill>
                <a:srgbClr val="262344"/>
              </a:solidFill>
              <a:latin typeface="S Besmellah 1" pitchFamily="2" charset="0"/>
              <a:cs typeface="Estedad Black" panose="02000A03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5477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687E-666E-787C-82A4-370FA6457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2E6D82-6EE5-E1CC-D84A-083919DFC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3593C5-7407-52E4-0F01-CF12C0DC3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93CA00-C629-A62E-EFF4-6689ED3E7E2C}"/>
              </a:ext>
            </a:extLst>
          </p:cNvPr>
          <p:cNvSpPr/>
          <p:nvPr/>
        </p:nvSpPr>
        <p:spPr>
          <a:xfrm>
            <a:off x="5219803" y="350667"/>
            <a:ext cx="6501143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07B819-CEDB-9863-7C62-777900A9725E}"/>
              </a:ext>
            </a:extLst>
          </p:cNvPr>
          <p:cNvSpPr txBox="1">
            <a:spLocks/>
          </p:cNvSpPr>
          <p:nvPr/>
        </p:nvSpPr>
        <p:spPr>
          <a:xfrm>
            <a:off x="6198910" y="554379"/>
            <a:ext cx="5419124" cy="2115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600">
                <a:solidFill>
                  <a:srgbClr val="262344"/>
                </a:solidFill>
                <a:latin typeface="S Besmellah 1" pitchFamily="2" charset="0"/>
                <a:cs typeface="Estedad Black" panose="02000A03000000000000" pitchFamily="2" charset="-78"/>
              </a:rPr>
              <a:t>s</a:t>
            </a:r>
            <a:endParaRPr lang="fa-IR" sz="16600" dirty="0">
              <a:solidFill>
                <a:srgbClr val="262344"/>
              </a:solidFill>
              <a:latin typeface="S Besmellah 1" pitchFamily="2" charset="0"/>
              <a:cs typeface="Estedad Black" panose="02000A03000000000000" pitchFamily="2" charset="-7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16D797-8A48-5ADE-2EC1-71304A53210A}"/>
              </a:ext>
            </a:extLst>
          </p:cNvPr>
          <p:cNvSpPr txBox="1">
            <a:spLocks/>
          </p:cNvSpPr>
          <p:nvPr/>
        </p:nvSpPr>
        <p:spPr>
          <a:xfrm>
            <a:off x="6013263" y="2882737"/>
            <a:ext cx="5419124" cy="7746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sz="20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حفظ امنیت داده‌های حساس در پیش‌بینی خودکشی با رویکردی مبتنی بر یادگیری مشارکتی و رمزنگاری هم‌ریخت در پردازش زبان طبیعی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DEF1434-800C-B0A3-1293-63DCF45C9C6C}"/>
              </a:ext>
            </a:extLst>
          </p:cNvPr>
          <p:cNvSpPr/>
          <p:nvPr/>
        </p:nvSpPr>
        <p:spPr>
          <a:xfrm flipH="1">
            <a:off x="1892852" y="5782712"/>
            <a:ext cx="2041131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b="1" dirty="0">
                <a:solidFill>
                  <a:prstClr val="white"/>
                </a:solidFill>
                <a:latin typeface="Vazir Light FD" panose="020B0604020202020204" charset="-78"/>
                <a:cs typeface="Vazir Light FD" panose="020B0604020202020204" charset="-78"/>
              </a:rPr>
              <a:t>شهریور 1405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9147A5-33AE-AF62-742A-685092E4966D}"/>
              </a:ext>
            </a:extLst>
          </p:cNvPr>
          <p:cNvSpPr/>
          <p:nvPr/>
        </p:nvSpPr>
        <p:spPr>
          <a:xfrm>
            <a:off x="2290952" y="350667"/>
            <a:ext cx="1781730" cy="1781730"/>
          </a:xfrm>
          <a:prstGeom prst="ellipse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endParaRPr lang="fa-IR" dirty="0">
              <a:solidFill>
                <a:schemeClr val="bg2">
                  <a:lumMod val="75000"/>
                </a:schemeClr>
              </a:solidFill>
              <a:cs typeface="B Titr" panose="00000700000000000000" pitchFamily="2" charset="-78"/>
            </a:endParaRPr>
          </a:p>
        </p:txBody>
      </p:sp>
      <p:sp>
        <p:nvSpPr>
          <p:cNvPr id="12" name="!!Freeform: Shape 20">
            <a:extLst>
              <a:ext uri="{FF2B5EF4-FFF2-40B4-BE49-F238E27FC236}">
                <a16:creationId xmlns:a16="http://schemas.microsoft.com/office/drawing/2014/main" id="{DA50200E-07EF-6483-4E92-A4408E45D7C2}"/>
              </a:ext>
            </a:extLst>
          </p:cNvPr>
          <p:cNvSpPr/>
          <p:nvPr/>
        </p:nvSpPr>
        <p:spPr>
          <a:xfrm flipH="1">
            <a:off x="759613" y="2373632"/>
            <a:ext cx="4307610" cy="76543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b="1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سجاد رنجبر یزدی</a:t>
            </a:r>
          </a:p>
        </p:txBody>
      </p:sp>
      <p:sp>
        <p:nvSpPr>
          <p:cNvPr id="13" name="Freeform: Shape 12">
            <a:hlinkClick r:id="rId2" action="ppaction://hlinksldjump"/>
            <a:extLst>
              <a:ext uri="{FF2B5EF4-FFF2-40B4-BE49-F238E27FC236}">
                <a16:creationId xmlns:a16="http://schemas.microsoft.com/office/drawing/2014/main" id="{9A2093C3-6649-09BD-6CC5-9FC187B622E1}"/>
              </a:ext>
            </a:extLst>
          </p:cNvPr>
          <p:cNvSpPr/>
          <p:nvPr/>
        </p:nvSpPr>
        <p:spPr>
          <a:xfrm flipH="1">
            <a:off x="4225022" y="2530397"/>
            <a:ext cx="1684402" cy="455923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 anchor="ctr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دانشجو</a:t>
            </a:r>
          </a:p>
        </p:txBody>
      </p:sp>
      <p:sp>
        <p:nvSpPr>
          <p:cNvPr id="14" name="!!Freeform: Shape 32">
            <a:extLst>
              <a:ext uri="{FF2B5EF4-FFF2-40B4-BE49-F238E27FC236}">
                <a16:creationId xmlns:a16="http://schemas.microsoft.com/office/drawing/2014/main" id="{C529F141-C54F-F75C-DE74-BF4E0BD3EE9F}"/>
              </a:ext>
            </a:extLst>
          </p:cNvPr>
          <p:cNvSpPr/>
          <p:nvPr/>
        </p:nvSpPr>
        <p:spPr>
          <a:xfrm flipH="1">
            <a:off x="759613" y="3462498"/>
            <a:ext cx="4307610" cy="76543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خانم</a:t>
            </a:r>
            <a:r>
              <a:rPr lang="fa-IR" sz="2400" b="1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 دکتر زیبا اسلامی</a:t>
            </a:r>
          </a:p>
        </p:txBody>
      </p:sp>
      <p:sp>
        <p:nvSpPr>
          <p:cNvPr id="15" name="Freeform: Shape 14">
            <a:hlinkClick r:id="rId2" action="ppaction://hlinksldjump"/>
            <a:extLst>
              <a:ext uri="{FF2B5EF4-FFF2-40B4-BE49-F238E27FC236}">
                <a16:creationId xmlns:a16="http://schemas.microsoft.com/office/drawing/2014/main" id="{6FB0B4D3-9D43-1108-0455-D9D58B46D444}"/>
              </a:ext>
            </a:extLst>
          </p:cNvPr>
          <p:cNvSpPr/>
          <p:nvPr/>
        </p:nvSpPr>
        <p:spPr>
          <a:xfrm flipH="1">
            <a:off x="4225022" y="3619263"/>
            <a:ext cx="1684402" cy="455923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 anchor="ctr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استاد راهنما</a:t>
            </a:r>
          </a:p>
        </p:txBody>
      </p:sp>
      <p:sp>
        <p:nvSpPr>
          <p:cNvPr id="16" name="!!Freeform: Shape 34">
            <a:extLst>
              <a:ext uri="{FF2B5EF4-FFF2-40B4-BE49-F238E27FC236}">
                <a16:creationId xmlns:a16="http://schemas.microsoft.com/office/drawing/2014/main" id="{216A8102-4C71-1C58-619F-75E272A96D8D}"/>
              </a:ext>
            </a:extLst>
          </p:cNvPr>
          <p:cNvSpPr/>
          <p:nvPr/>
        </p:nvSpPr>
        <p:spPr>
          <a:xfrm flipH="1">
            <a:off x="759613" y="4551364"/>
            <a:ext cx="4307610" cy="76543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b="1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علوم ریاضی</a:t>
            </a:r>
          </a:p>
        </p:txBody>
      </p:sp>
      <p:sp>
        <p:nvSpPr>
          <p:cNvPr id="17" name="Freeform: Shape 16">
            <a:hlinkClick r:id="rId2" action="ppaction://hlinksldjump"/>
            <a:extLst>
              <a:ext uri="{FF2B5EF4-FFF2-40B4-BE49-F238E27FC236}">
                <a16:creationId xmlns:a16="http://schemas.microsoft.com/office/drawing/2014/main" id="{C9044A2B-FB30-2A6A-8234-338F27A29334}"/>
              </a:ext>
            </a:extLst>
          </p:cNvPr>
          <p:cNvSpPr/>
          <p:nvPr/>
        </p:nvSpPr>
        <p:spPr>
          <a:xfrm flipH="1">
            <a:off x="4225022" y="4708129"/>
            <a:ext cx="1684402" cy="455923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 anchor="ctr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دانشکده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EA85A1B7-0313-8E9E-7BFE-D3B5A11A0F0A}"/>
              </a:ext>
            </a:extLst>
          </p:cNvPr>
          <p:cNvSpPr txBox="1">
            <a:spLocks/>
          </p:cNvSpPr>
          <p:nvPr/>
        </p:nvSpPr>
        <p:spPr>
          <a:xfrm>
            <a:off x="6624893" y="3870915"/>
            <a:ext cx="4195864" cy="183957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>
              <a:lnSpc>
                <a:spcPct val="170000"/>
              </a:lnSpc>
            </a:pPr>
            <a:r>
              <a:rPr lang="fa-IR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است.</a:t>
            </a:r>
            <a:endParaRPr lang="fa-IR" dirty="0"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167A64B-22FB-D38F-8F7E-371737A6EE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408" y="358945"/>
            <a:ext cx="1781730" cy="17817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36687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522237" y="350667"/>
            <a:ext cx="11267981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chemeClr val="tx1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1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A4A35BD3-C814-4836-9BC2-6C5AC22044CC}"/>
              </a:ext>
            </a:extLst>
          </p:cNvPr>
          <p:cNvSpPr/>
          <p:nvPr/>
        </p:nvSpPr>
        <p:spPr>
          <a:xfrm flipH="1">
            <a:off x="1123257" y="2005062"/>
            <a:ext cx="4307610" cy="76543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b="1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2" name="Freeform: Shape 31">
            <a:hlinkClick r:id="rId3" action="ppaction://hlinksldjump"/>
            <a:extLst>
              <a:ext uri="{FF2B5EF4-FFF2-40B4-BE49-F238E27FC236}">
                <a16:creationId xmlns:a16="http://schemas.microsoft.com/office/drawing/2014/main" id="{5AF83FB5-3219-4050-9D7C-B07AFDF004F3}"/>
              </a:ext>
            </a:extLst>
          </p:cNvPr>
          <p:cNvSpPr/>
          <p:nvPr/>
        </p:nvSpPr>
        <p:spPr>
          <a:xfrm flipH="1">
            <a:off x="5541546" y="2006396"/>
            <a:ext cx="4307610" cy="765433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b="1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3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91888B9-CE8D-49D9-AA1A-4214E9BB0E18}"/>
              </a:ext>
            </a:extLst>
          </p:cNvPr>
          <p:cNvSpPr/>
          <p:nvPr/>
        </p:nvSpPr>
        <p:spPr>
          <a:xfrm flipH="1">
            <a:off x="1123257" y="3239705"/>
            <a:ext cx="4307611" cy="765433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b="1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34" name="Freeform: Shape 33">
            <a:hlinkClick r:id="rId4" action="ppaction://hlinksldjump"/>
            <a:extLst>
              <a:ext uri="{FF2B5EF4-FFF2-40B4-BE49-F238E27FC236}">
                <a16:creationId xmlns:a16="http://schemas.microsoft.com/office/drawing/2014/main" id="{AB5BD92E-11A9-41CA-AAE1-E10F8A3E37A2}"/>
              </a:ext>
            </a:extLst>
          </p:cNvPr>
          <p:cNvSpPr/>
          <p:nvPr/>
        </p:nvSpPr>
        <p:spPr>
          <a:xfrm flipH="1">
            <a:off x="5541546" y="3192408"/>
            <a:ext cx="4307610" cy="765433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b="1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35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CA4836DB-9DF6-4D77-B086-4A80B6226A02}"/>
              </a:ext>
            </a:extLst>
          </p:cNvPr>
          <p:cNvSpPr/>
          <p:nvPr/>
        </p:nvSpPr>
        <p:spPr>
          <a:xfrm flipH="1">
            <a:off x="1123257" y="4460228"/>
            <a:ext cx="4307610" cy="765432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b="1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A924CC-1044-43F7-BB1E-1403862CC30B}"/>
              </a:ext>
            </a:extLst>
          </p:cNvPr>
          <p:cNvSpPr/>
          <p:nvPr/>
        </p:nvSpPr>
        <p:spPr>
          <a:xfrm>
            <a:off x="1012578" y="2083117"/>
            <a:ext cx="640080" cy="640080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 anchor="ctr"/>
          <a:lstStyle/>
          <a:p>
            <a:pPr algn="ctr" rtl="1"/>
            <a:r>
              <a:rPr lang="fa-IR" sz="24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AF0955-99EE-4D50-BFB6-9C994CCBF8C8}"/>
              </a:ext>
            </a:extLst>
          </p:cNvPr>
          <p:cNvSpPr/>
          <p:nvPr/>
        </p:nvSpPr>
        <p:spPr>
          <a:xfrm>
            <a:off x="5430867" y="2084451"/>
            <a:ext cx="640080" cy="640080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 anchor="ctr"/>
          <a:lstStyle/>
          <a:p>
            <a:pPr algn="ctr" rtl="1"/>
            <a:r>
              <a:rPr lang="fa-IR" sz="24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72C62C-F2E5-485E-88C9-6166F6870353}"/>
              </a:ext>
            </a:extLst>
          </p:cNvPr>
          <p:cNvSpPr/>
          <p:nvPr/>
        </p:nvSpPr>
        <p:spPr>
          <a:xfrm>
            <a:off x="1012579" y="3317761"/>
            <a:ext cx="640080" cy="640080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 anchor="ctr"/>
          <a:lstStyle/>
          <a:p>
            <a:pPr algn="ctr" rtl="1"/>
            <a:r>
              <a:rPr lang="fa-IR" sz="24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DDAACA3-B62B-4A1E-B521-F87F3EF3B2DB}"/>
              </a:ext>
            </a:extLst>
          </p:cNvPr>
          <p:cNvSpPr/>
          <p:nvPr/>
        </p:nvSpPr>
        <p:spPr>
          <a:xfrm>
            <a:off x="5430867" y="3270464"/>
            <a:ext cx="640080" cy="640080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 anchor="ctr"/>
          <a:lstStyle/>
          <a:p>
            <a:pPr algn="ctr" rtl="1"/>
            <a:r>
              <a:rPr lang="fa-IR" sz="24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02090FA-A7AB-4AAC-9FB4-145500439F82}"/>
              </a:ext>
            </a:extLst>
          </p:cNvPr>
          <p:cNvSpPr/>
          <p:nvPr/>
        </p:nvSpPr>
        <p:spPr>
          <a:xfrm>
            <a:off x="1012578" y="4538282"/>
            <a:ext cx="640080" cy="640080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 anchor="ctr"/>
          <a:lstStyle/>
          <a:p>
            <a:pPr algn="ctr" rtl="1"/>
            <a:r>
              <a:rPr lang="fa-IR" sz="24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2E3265-0067-49BB-B185-6A88ADF64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147" y="1049197"/>
            <a:ext cx="5419124" cy="774676"/>
          </a:xfrm>
        </p:spPr>
        <p:txBody>
          <a:bodyPr>
            <a:noAutofit/>
          </a:bodyPr>
          <a:lstStyle/>
          <a:p>
            <a:r>
              <a:rPr lang="fa-IR" sz="48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فهرست مطالب</a:t>
            </a:r>
          </a:p>
        </p:txBody>
      </p:sp>
      <p:sp>
        <p:nvSpPr>
          <p:cNvPr id="4" name="Arrow: Chevron 3">
            <a:hlinkClick r:id="rId2" action="ppaction://hlinksldjump"/>
            <a:extLst>
              <a:ext uri="{FF2B5EF4-FFF2-40B4-BE49-F238E27FC236}">
                <a16:creationId xmlns:a16="http://schemas.microsoft.com/office/drawing/2014/main" id="{02C71D6A-87C9-A012-0F4B-100C2B5E62CC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5" name="Arrow: Chevron 4">
            <a:hlinkClick r:id="rId2" action="ppaction://hlinksldjump"/>
            <a:extLst>
              <a:ext uri="{FF2B5EF4-FFF2-40B4-BE49-F238E27FC236}">
                <a16:creationId xmlns:a16="http://schemas.microsoft.com/office/drawing/2014/main" id="{D1235073-7D02-9CBF-2ADF-934F14750838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31932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1291765" y="1280473"/>
            <a:ext cx="9608457" cy="4297054"/>
          </a:xfrm>
          <a:prstGeom prst="roundRect">
            <a:avLst>
              <a:gd name="adj" fmla="val 1309"/>
            </a:avLst>
          </a:prstGeom>
          <a:solidFill>
            <a:srgbClr val="262344"/>
          </a:solidFill>
          <a:ln>
            <a:solidFill>
              <a:srgbClr val="262344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2E3265-0067-49BB-B185-6A88ADF64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7297" y="2317953"/>
            <a:ext cx="6690269" cy="1201095"/>
          </a:xfrm>
        </p:spPr>
        <p:txBody>
          <a:bodyPr>
            <a:noAutofit/>
          </a:bodyPr>
          <a:lstStyle/>
          <a:p>
            <a:r>
              <a:rPr lang="fa-IR" sz="66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عنوان فصل اول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BBA44A2-354B-4CA5-BA07-20E9E168A8A9}"/>
              </a:ext>
            </a:extLst>
          </p:cNvPr>
          <p:cNvSpPr/>
          <p:nvPr/>
        </p:nvSpPr>
        <p:spPr>
          <a:xfrm>
            <a:off x="5554715" y="1035310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cs typeface="B Titr" panose="00000700000000000000" pitchFamily="2" charset="-78"/>
            </a:endParaRPr>
          </a:p>
        </p:txBody>
      </p:sp>
      <p:pic>
        <p:nvPicPr>
          <p:cNvPr id="21" name="Graphic 20" descr="Home">
            <a:extLst>
              <a:ext uri="{FF2B5EF4-FFF2-40B4-BE49-F238E27FC236}">
                <a16:creationId xmlns:a16="http://schemas.microsoft.com/office/drawing/2014/main" id="{445AD03F-DC12-4E8D-81B6-7B74D49A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1400" y="1048873"/>
            <a:ext cx="389195" cy="389195"/>
          </a:xfrm>
          <a:prstGeom prst="rect">
            <a:avLst/>
          </a:prstGeom>
        </p:spPr>
      </p:pic>
      <p:sp>
        <p:nvSpPr>
          <p:cNvPr id="29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FF3AFF16-998E-4019-8AB5-D18BC8C43CB0}"/>
              </a:ext>
            </a:extLst>
          </p:cNvPr>
          <p:cNvSpPr/>
          <p:nvPr/>
        </p:nvSpPr>
        <p:spPr>
          <a:xfrm flipH="1">
            <a:off x="12228020" y="1348992"/>
            <a:ext cx="2127509" cy="57939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0" name="Freeform: Shape 29">
            <a:hlinkClick r:id="rId4" action="ppaction://hlinksldjump"/>
            <a:extLst>
              <a:ext uri="{FF2B5EF4-FFF2-40B4-BE49-F238E27FC236}">
                <a16:creationId xmlns:a16="http://schemas.microsoft.com/office/drawing/2014/main" id="{5E169015-33E8-4D36-9AE6-2B6696A95EB9}"/>
              </a:ext>
            </a:extLst>
          </p:cNvPr>
          <p:cNvSpPr/>
          <p:nvPr/>
        </p:nvSpPr>
        <p:spPr>
          <a:xfrm flipH="1">
            <a:off x="12228020" y="2252344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4" action="ppaction://hlinksldjump"/>
            <a:extLst>
              <a:ext uri="{FF2B5EF4-FFF2-40B4-BE49-F238E27FC236}">
                <a16:creationId xmlns:a16="http://schemas.microsoft.com/office/drawing/2014/main" id="{7E06BC56-4CDB-4893-8542-BABB3D350A0C}"/>
              </a:ext>
            </a:extLst>
          </p:cNvPr>
          <p:cNvSpPr/>
          <p:nvPr/>
        </p:nvSpPr>
        <p:spPr>
          <a:xfrm flipH="1">
            <a:off x="12228020" y="3155696"/>
            <a:ext cx="2127510" cy="57939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40" name="Freeform: Shape 39">
            <a:hlinkClick r:id="rId5" action="ppaction://hlinksldjump"/>
            <a:extLst>
              <a:ext uri="{FF2B5EF4-FFF2-40B4-BE49-F238E27FC236}">
                <a16:creationId xmlns:a16="http://schemas.microsoft.com/office/drawing/2014/main" id="{AB6D9056-2C7E-4A84-9224-CA946D9C7395}"/>
              </a:ext>
            </a:extLst>
          </p:cNvPr>
          <p:cNvSpPr/>
          <p:nvPr/>
        </p:nvSpPr>
        <p:spPr>
          <a:xfrm flipH="1">
            <a:off x="12228020" y="4059048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41" name="!!Freeform: Shape 34">
            <a:hlinkClick r:id="rId6" action="ppaction://hlinksldjump"/>
            <a:extLst>
              <a:ext uri="{FF2B5EF4-FFF2-40B4-BE49-F238E27FC236}">
                <a16:creationId xmlns:a16="http://schemas.microsoft.com/office/drawing/2014/main" id="{04703027-9E90-45AC-8F53-1570CFC00486}"/>
              </a:ext>
            </a:extLst>
          </p:cNvPr>
          <p:cNvSpPr/>
          <p:nvPr/>
        </p:nvSpPr>
        <p:spPr>
          <a:xfrm flipH="1">
            <a:off x="12205754" y="4962400"/>
            <a:ext cx="2127509" cy="57939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E6B9C04-DB38-4FC5-933F-3F77469B3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34" y="3764211"/>
            <a:ext cx="6772332" cy="1201095"/>
          </a:xfrm>
        </p:spPr>
        <p:txBody>
          <a:bodyPr>
            <a:normAutofit fontScale="55000" lnSpcReduction="20000"/>
          </a:bodyPr>
          <a:lstStyle/>
          <a:p>
            <a:pPr rtl="1">
              <a:lnSpc>
                <a:spcPct val="170000"/>
              </a:lnSpc>
            </a:pPr>
            <a:r>
              <a:rPr lang="fa-IR" dirty="0">
                <a:solidFill>
                  <a:schemeClr val="bg1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باشد.</a:t>
            </a:r>
          </a:p>
        </p:txBody>
      </p:sp>
      <p:sp>
        <p:nvSpPr>
          <p:cNvPr id="18" name="Arrow: Chevron 17">
            <a:hlinkClick r:id="rId3" action="ppaction://hlinksldjump"/>
            <a:extLst>
              <a:ext uri="{FF2B5EF4-FFF2-40B4-BE49-F238E27FC236}">
                <a16:creationId xmlns:a16="http://schemas.microsoft.com/office/drawing/2014/main" id="{41A475B3-8E5C-4641-BAFC-7F8BC4ECF8A8}"/>
              </a:ext>
            </a:extLst>
          </p:cNvPr>
          <p:cNvSpPr/>
          <p:nvPr/>
        </p:nvSpPr>
        <p:spPr>
          <a:xfrm>
            <a:off x="6595552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9" name="Arrow: Chevron 18">
            <a:hlinkClick r:id="rId3" action="ppaction://hlinksldjump"/>
            <a:extLst>
              <a:ext uri="{FF2B5EF4-FFF2-40B4-BE49-F238E27FC236}">
                <a16:creationId xmlns:a16="http://schemas.microsoft.com/office/drawing/2014/main" id="{CE860113-49CB-4A22-8158-531621CFB468}"/>
              </a:ext>
            </a:extLst>
          </p:cNvPr>
          <p:cNvSpPr/>
          <p:nvPr/>
        </p:nvSpPr>
        <p:spPr>
          <a:xfrm flipH="1">
            <a:off x="5249766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DFE6EF0-0437-48F0-A5BB-EB56C47D268F}"/>
              </a:ext>
            </a:extLst>
          </p:cNvPr>
          <p:cNvSpPr/>
          <p:nvPr/>
        </p:nvSpPr>
        <p:spPr>
          <a:xfrm>
            <a:off x="5554818" y="5337033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9C925-628A-B7FE-8B77-5494D21C5CAF}"/>
              </a:ext>
            </a:extLst>
          </p:cNvPr>
          <p:cNvSpPr txBox="1"/>
          <p:nvPr/>
        </p:nvSpPr>
        <p:spPr>
          <a:xfrm>
            <a:off x="5742961" y="5419805"/>
            <a:ext cx="706272" cy="4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400" kern="12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25766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84A6-3D2C-7C3D-FB8F-443C42A4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C844503-C73A-0EFB-C41B-E5E460224BAD}"/>
              </a:ext>
            </a:extLst>
          </p:cNvPr>
          <p:cNvSpPr/>
          <p:nvPr/>
        </p:nvSpPr>
        <p:spPr>
          <a:xfrm>
            <a:off x="522237" y="350667"/>
            <a:ext cx="11044616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chemeClr val="tx1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E352091-7D56-7E8D-C1BC-E77684B8F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564" y="350667"/>
            <a:ext cx="10001289" cy="774676"/>
          </a:xfrm>
        </p:spPr>
        <p:txBody>
          <a:bodyPr>
            <a:noAutofit/>
          </a:bodyPr>
          <a:lstStyle/>
          <a:p>
            <a:pPr algn="r"/>
            <a:r>
              <a:rPr lang="fa-IR" sz="36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جایی که جان‌ها نبودن را بر بودن ترجیح می‌دهند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EAE26BF4-64C5-6876-F0D7-6472DB0FF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148" y="1125343"/>
            <a:ext cx="10731374" cy="4527312"/>
          </a:xfrm>
        </p:spPr>
        <p:txBody>
          <a:bodyPr>
            <a:normAutofit/>
          </a:bodyPr>
          <a:lstStyle/>
          <a:p>
            <a:pPr marL="457200" indent="-457200" algn="r" rtl="1">
              <a:lnSpc>
                <a:spcPct val="170000"/>
              </a:lnSpc>
              <a:buFont typeface="+mj-lt"/>
              <a:buAutoNum type="arabicPeriod"/>
            </a:pPr>
            <a:r>
              <a:rPr lang="fa-IR" dirty="0">
                <a:latin typeface="Vazir FD" pitchFamily="2" charset="-78"/>
                <a:cs typeface="Vazir FD" pitchFamily="2" charset="-78"/>
              </a:rPr>
              <a:t>طبق داده‌های سازمان جهانی بهداشت سالانه </a:t>
            </a:r>
            <a:r>
              <a:rPr lang="fa-IR" dirty="0">
                <a:effectLst/>
                <a:latin typeface="Vazir FD" pitchFamily="2" charset="-78"/>
                <a:cs typeface="Vazir FD" pitchFamily="2" charset="-78"/>
              </a:rPr>
              <a:t>بیش از ۰.۷ میلیون انسان، جان خود را بر اثر خودکشی از دست می‌دهند.</a:t>
            </a:r>
          </a:p>
          <a:p>
            <a:pPr marL="457200" indent="-457200" algn="r" rtl="1">
              <a:lnSpc>
                <a:spcPct val="170000"/>
              </a:lnSpc>
              <a:buFont typeface="+mj-lt"/>
              <a:buAutoNum type="arabicPeriod"/>
            </a:pPr>
            <a:r>
              <a:rPr lang="fa-IR" dirty="0">
                <a:latin typeface="Vazir FD" pitchFamily="2" charset="-78"/>
                <a:cs typeface="Vazir FD" pitchFamily="2" charset="-78"/>
              </a:rPr>
              <a:t>خودکشی در زمره 10 عامل اصلی مرگ و میر در تمامی گروه‌های سنی قرار دارد.</a:t>
            </a:r>
          </a:p>
          <a:p>
            <a:pPr marL="457200" indent="-457200" algn="r" rtl="1">
              <a:lnSpc>
                <a:spcPct val="170000"/>
              </a:lnSpc>
              <a:buFont typeface="+mj-lt"/>
              <a:buAutoNum type="arabicPeriod"/>
            </a:pPr>
            <a:r>
              <a:rPr lang="fa-IR" dirty="0">
                <a:latin typeface="Vazir FD" pitchFamily="2" charset="-78"/>
                <a:cs typeface="Vazir FD" pitchFamily="2" charset="-78"/>
              </a:rPr>
              <a:t>به گزارش مرکز کنترل و پیشگیری از بیماری‌های ایالات متحده خودکشی دومین علت مرگ و میر در بازه سنی 10 الی 34 سال می‌باشد.</a:t>
            </a:r>
          </a:p>
          <a:p>
            <a:pPr marL="457200" indent="-457200" algn="r" rtl="1">
              <a:lnSpc>
                <a:spcPct val="170000"/>
              </a:lnSpc>
              <a:buFont typeface="+mj-lt"/>
              <a:buAutoNum type="arabicPeriod"/>
            </a:pPr>
            <a:r>
              <a:rPr lang="fa-IR" dirty="0">
                <a:latin typeface="Vazir FD" pitchFamily="2" charset="-78"/>
                <a:cs typeface="Vazir FD" pitchFamily="2" charset="-78"/>
              </a:rPr>
              <a:t>این آمار در کشور ما چگونه است؟</a:t>
            </a:r>
            <a:endParaRPr lang="fa-IR" dirty="0">
              <a:effectLst/>
              <a:latin typeface="Vazir FD" pitchFamily="2" charset="-78"/>
              <a:cs typeface="Vazir FD" pitchFamily="2" charset="-78"/>
            </a:endParaRPr>
          </a:p>
          <a:p>
            <a:pPr marL="457200" indent="-457200" algn="r" rtl="1">
              <a:lnSpc>
                <a:spcPct val="170000"/>
              </a:lnSpc>
              <a:buFont typeface="+mj-lt"/>
              <a:buAutoNum type="arabicPeriod"/>
            </a:pPr>
            <a:endParaRPr lang="fa-IR" dirty="0">
              <a:effectLst/>
              <a:latin typeface="Vazir FD" pitchFamily="2" charset="-78"/>
              <a:cs typeface="Vazir FD" pitchFamily="2" charset="-78"/>
            </a:endParaRPr>
          </a:p>
          <a:p>
            <a:pPr marL="457200" indent="-457200" algn="r" rtl="1">
              <a:lnSpc>
                <a:spcPct val="170000"/>
              </a:lnSpc>
              <a:buFont typeface="+mj-lt"/>
              <a:buAutoNum type="arabicPeriod"/>
            </a:pPr>
            <a:endParaRPr lang="fa-IR" dirty="0">
              <a:effectLst/>
              <a:latin typeface="Vazir FD" pitchFamily="2" charset="-78"/>
              <a:cs typeface="Vazir FD" pitchFamily="2" charset="-78"/>
            </a:endParaRPr>
          </a:p>
        </p:txBody>
      </p:sp>
      <p:sp>
        <p:nvSpPr>
          <p:cNvPr id="4" name="Arrow: Chevron 3">
            <a:hlinkClick r:id="rId2" action="ppaction://hlinksldjump"/>
            <a:extLst>
              <a:ext uri="{FF2B5EF4-FFF2-40B4-BE49-F238E27FC236}">
                <a16:creationId xmlns:a16="http://schemas.microsoft.com/office/drawing/2014/main" id="{A25907E2-5CD8-AAFF-0875-3A3F0D8FFCC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5" name="Arrow: Chevron 4">
            <a:hlinkClick r:id="rId2" action="ppaction://hlinksldjump"/>
            <a:extLst>
              <a:ext uri="{FF2B5EF4-FFF2-40B4-BE49-F238E27FC236}">
                <a16:creationId xmlns:a16="http://schemas.microsoft.com/office/drawing/2014/main" id="{EB2C5065-B237-11DA-8C1C-A56354FCB890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9E3223-1E72-BA96-4DC1-1FDE1DEE07A8}"/>
              </a:ext>
            </a:extLst>
          </p:cNvPr>
          <p:cNvSpPr/>
          <p:nvPr/>
        </p:nvSpPr>
        <p:spPr>
          <a:xfrm>
            <a:off x="4849091" y="4714791"/>
            <a:ext cx="1924398" cy="5776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latin typeface="Vazir Light FD" panose="020B0604020202020204" charset="-78"/>
                <a:cs typeface="Vazir Light FD" panose="020B0604020202020204" charset="-78"/>
              </a:rPr>
              <a:t>نمی‌دانیم</a:t>
            </a:r>
            <a:endParaRPr lang="en-US" b="1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99194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uiExpand="1" build="p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80F5C-578E-DBCB-6BBD-679BC8D3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EC338EB-564D-1642-EEB2-9F3C8578E71D}"/>
              </a:ext>
            </a:extLst>
          </p:cNvPr>
          <p:cNvSpPr/>
          <p:nvPr/>
        </p:nvSpPr>
        <p:spPr>
          <a:xfrm>
            <a:off x="522237" y="350667"/>
            <a:ext cx="11044616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chemeClr val="tx1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6AABB693-7E70-AFD5-184D-2C17FFF7D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564" y="350667"/>
            <a:ext cx="10001289" cy="774676"/>
          </a:xfrm>
        </p:spPr>
        <p:txBody>
          <a:bodyPr>
            <a:noAutofit/>
          </a:bodyPr>
          <a:lstStyle/>
          <a:p>
            <a:pPr algn="r"/>
            <a:r>
              <a:rPr lang="fa-IR" sz="36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جایی که جان‌ها نبودن را بر بودن ترجیح می‌دهند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642128-3E3E-22CA-615B-43BE6B0EE322}"/>
              </a:ext>
            </a:extLst>
          </p:cNvPr>
          <p:cNvSpPr/>
          <p:nvPr/>
        </p:nvSpPr>
        <p:spPr>
          <a:xfrm>
            <a:off x="9058360" y="1717963"/>
            <a:ext cx="1094509" cy="109450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4AA6ADD9-5EB1-69D3-8FFC-1288DF8E8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148" y="1125343"/>
            <a:ext cx="10731374" cy="4527312"/>
          </a:xfrm>
        </p:spPr>
        <p:txBody>
          <a:bodyPr>
            <a:normAutofit/>
          </a:bodyPr>
          <a:lstStyle/>
          <a:p>
            <a:pPr algn="r" rtl="1">
              <a:lnSpc>
                <a:spcPct val="170000"/>
              </a:lnSpc>
            </a:pPr>
            <a:r>
              <a:rPr lang="fa-IR" dirty="0">
                <a:latin typeface="Vazir FD" pitchFamily="2" charset="-78"/>
                <a:cs typeface="Vazir FD" pitchFamily="2" charset="-78"/>
              </a:rPr>
              <a:t>بسیاری از قربانیان، ماه‌ها پیش از اقدام، نشانه‌های هشدارد هنده‌ای از خود بروز میدهند.</a:t>
            </a:r>
          </a:p>
          <a:p>
            <a:pPr algn="r" rtl="1">
              <a:lnSpc>
                <a:spcPct val="170000"/>
              </a:lnSpc>
            </a:pPr>
            <a:r>
              <a:rPr lang="fa-IR" b="1" dirty="0">
                <a:solidFill>
                  <a:srgbClr val="00B050"/>
                </a:solidFill>
                <a:latin typeface="Vazir FD" pitchFamily="2" charset="-78"/>
                <a:cs typeface="Vazir FD" pitchFamily="2" charset="-78"/>
              </a:rPr>
              <a:t>در صورت تشخیص به‌موقع، قابل مداخله است.</a:t>
            </a:r>
          </a:p>
        </p:txBody>
      </p:sp>
      <p:sp>
        <p:nvSpPr>
          <p:cNvPr id="4" name="Arrow: Chevron 3">
            <a:hlinkClick r:id="rId2" action="ppaction://hlinksldjump"/>
            <a:extLst>
              <a:ext uri="{FF2B5EF4-FFF2-40B4-BE49-F238E27FC236}">
                <a16:creationId xmlns:a16="http://schemas.microsoft.com/office/drawing/2014/main" id="{1B86DDB9-807F-8248-6199-1ADB3DCBEAC3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5" name="Arrow: Chevron 4">
            <a:hlinkClick r:id="rId2" action="ppaction://hlinksldjump"/>
            <a:extLst>
              <a:ext uri="{FF2B5EF4-FFF2-40B4-BE49-F238E27FC236}">
                <a16:creationId xmlns:a16="http://schemas.microsoft.com/office/drawing/2014/main" id="{A6A7A347-EBCC-35CC-32B7-B249230738B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8AEBCE2-34AC-29A4-BDF4-BE9B7E59DEB3}"/>
              </a:ext>
            </a:extLst>
          </p:cNvPr>
          <p:cNvSpPr txBox="1">
            <a:spLocks/>
          </p:cNvSpPr>
          <p:nvPr/>
        </p:nvSpPr>
        <p:spPr>
          <a:xfrm>
            <a:off x="777548" y="1277743"/>
            <a:ext cx="10731374" cy="452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r" rtl="1">
              <a:lnSpc>
                <a:spcPct val="170000"/>
              </a:lnSpc>
              <a:buFont typeface="+mj-lt"/>
              <a:buAutoNum type="arabicPeriod"/>
            </a:pPr>
            <a:endParaRPr lang="fa-IR" dirty="0">
              <a:latin typeface="Vazir FD" pitchFamily="2" charset="-78"/>
              <a:cs typeface="Vazir F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09221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3BA447E-0DB7-046A-465B-5CE5A748655F}"/>
              </a:ext>
            </a:extLst>
          </p:cNvPr>
          <p:cNvSpPr/>
          <p:nvPr/>
        </p:nvSpPr>
        <p:spPr>
          <a:xfrm>
            <a:off x="6151102" y="2993763"/>
            <a:ext cx="2743199" cy="17113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Vazir Light FD\"/>
                <a:cs typeface="Shabnam" panose="020B0603030804020204" pitchFamily="34" charset="-78"/>
              </a:rPr>
              <a:t>یادگیر ماشین</a:t>
            </a:r>
          </a:p>
        </p:txBody>
      </p:sp>
      <p:sp>
        <p:nvSpPr>
          <p:cNvPr id="49" name="Freeform: Shape 48">
            <a:hlinkClick r:id="rId3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Vazir Light FD\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Vazir Light FD\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4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Vazir Light FD\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Vazir Light FD\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\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\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\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\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\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2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2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035338" y="3477490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6364376" y="3898345"/>
            <a:ext cx="2269827" cy="7746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6387787" y="3074738"/>
            <a:ext cx="2269827" cy="7746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27AEF56-9929-8389-98EF-C37A608A0C30}"/>
              </a:ext>
            </a:extLst>
          </p:cNvPr>
          <p:cNvCxnSpPr>
            <a:cxnSpLocks/>
            <a:stCxn id="12" idx="0"/>
            <a:endCxn id="11" idx="1"/>
          </p:cNvCxnSpPr>
          <p:nvPr/>
        </p:nvCxnSpPr>
        <p:spPr>
          <a:xfrm rot="5400000" flipH="1" flipV="1">
            <a:off x="2363287" y="1640765"/>
            <a:ext cx="965977" cy="270747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2E5A1B2-C5DF-FED3-FE5A-BFC86EAFC6B3}"/>
              </a:ext>
            </a:extLst>
          </p:cNvPr>
          <p:cNvCxnSpPr>
            <a:cxnSpLocks/>
            <a:stCxn id="17" idx="2"/>
            <a:endCxn id="23" idx="3"/>
          </p:cNvCxnSpPr>
          <p:nvPr/>
        </p:nvCxnSpPr>
        <p:spPr>
          <a:xfrm rot="5400000">
            <a:off x="5994085" y="3593507"/>
            <a:ext cx="417059" cy="264017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3F56A93-B5E4-AFDE-D3A9-8EC04E7308B3}"/>
              </a:ext>
            </a:extLst>
          </p:cNvPr>
          <p:cNvSpPr/>
          <p:nvPr/>
        </p:nvSpPr>
        <p:spPr>
          <a:xfrm>
            <a:off x="4200013" y="2269649"/>
            <a:ext cx="1575035" cy="48372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متن ورود جدید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D03BD0E-B10D-0409-8772-2757B0E1913C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>
            <a:off x="5775048" y="2511513"/>
            <a:ext cx="1747653" cy="56322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4DBBFD8-BDC6-49EA-8AE7-EEADD64E0EB6}"/>
              </a:ext>
            </a:extLst>
          </p:cNvPr>
          <p:cNvSpPr/>
          <p:nvPr/>
        </p:nvSpPr>
        <p:spPr>
          <a:xfrm>
            <a:off x="2311115" y="4880261"/>
            <a:ext cx="2571410" cy="48372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احتمال خطر خودکشی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094E516-43F4-8589-16B3-33976AC98981}"/>
              </a:ext>
            </a:extLst>
          </p:cNvPr>
          <p:cNvCxnSpPr>
            <a:cxnSpLocks/>
            <a:stCxn id="23" idx="1"/>
            <a:endCxn id="12" idx="2"/>
          </p:cNvCxnSpPr>
          <p:nvPr/>
        </p:nvCxnSpPr>
        <p:spPr>
          <a:xfrm rot="10800000">
            <a:off x="1492539" y="4391891"/>
            <a:ext cx="818577" cy="73023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32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2" grpId="0" animBg="1"/>
      <p:bldP spid="13" grpId="0" animBg="1"/>
      <p:bldP spid="14" grpId="0" animBg="1"/>
      <p:bldP spid="11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FFB952-030F-FB63-4467-A96DED2D7624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5C583CC-7579-9D6F-9B2D-F332353281D3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C615A9-F4CC-0A28-38E2-623EAC972A93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8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A91793D9-4139-873D-FC45-C7E68796273D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یادگیری ماشین</a:t>
            </a:r>
          </a:p>
        </p:txBody>
      </p:sp>
      <p:sp>
        <p:nvSpPr>
          <p:cNvPr id="9" name="Freeform: Shape 8">
            <a:hlinkClick r:id="rId3" action="ppaction://hlinksldjump"/>
            <a:extLst>
              <a:ext uri="{FF2B5EF4-FFF2-40B4-BE49-F238E27FC236}">
                <a16:creationId xmlns:a16="http://schemas.microsoft.com/office/drawing/2014/main" id="{42E18248-8AC0-84C5-9718-919806C6EF38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یادگیری مشارکتی</a:t>
            </a:r>
          </a:p>
        </p:txBody>
      </p:sp>
      <p:sp>
        <p:nvSpPr>
          <p:cNvPr id="11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91FBFA4C-A013-93DC-D4F3-77B1F8D3CB40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15" name="Freeform: Shape 14">
            <a:hlinkClick r:id="rId4" action="ppaction://hlinksldjump"/>
            <a:extLst>
              <a:ext uri="{FF2B5EF4-FFF2-40B4-BE49-F238E27FC236}">
                <a16:creationId xmlns:a16="http://schemas.microsoft.com/office/drawing/2014/main" id="{28A4EB20-8F0C-B517-F604-B48657D2790E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18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E6AB6D8D-42AD-60B4-280A-FB520F61D935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A5654F-D9DB-B896-DD24-797F18AC81B9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66DBCC4-DC3C-0E90-5833-CC8ED4DCFFAE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DDF37A-F657-A0B3-412D-ED247F6193E0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774B804-802F-E1C5-14AB-39A698136852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3B82C21-9982-4267-8224-5ACD48DBC709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B88FA-9586-5A56-2283-047101C5EB80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B470B9-CDC5-1597-E9CB-F79CB78E5FF5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E46EF6-CC0B-8868-CD07-D729A5D00945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A91189-F5B4-3A35-EE58-B5EDD914070D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6016711-A6C6-5E29-EB43-4E6DD24B9A54}"/>
              </a:ext>
            </a:extLst>
          </p:cNvPr>
          <p:cNvCxnSpPr>
            <a:cxnSpLocks/>
            <a:stCxn id="12" idx="0"/>
            <a:endCxn id="30" idx="0"/>
          </p:cNvCxnSpPr>
          <p:nvPr/>
        </p:nvCxnSpPr>
        <p:spPr>
          <a:xfrm rot="5400000" flipH="1" flipV="1">
            <a:off x="3602646" y="-239672"/>
            <a:ext cx="1250327" cy="52798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62C9F90-E20E-467B-7E14-064C7A803905}"/>
              </a:ext>
            </a:extLst>
          </p:cNvPr>
          <p:cNvCxnSpPr>
            <a:cxnSpLocks/>
            <a:stCxn id="12" idx="3"/>
            <a:endCxn id="31" idx="0"/>
          </p:cNvCxnSpPr>
          <p:nvPr/>
        </p:nvCxnSpPr>
        <p:spPr>
          <a:xfrm flipV="1">
            <a:off x="2045087" y="3475095"/>
            <a:ext cx="4820503" cy="751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B364625-5BB9-CE17-3145-0011B2AA37E4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3415787" y="2111913"/>
            <a:ext cx="1661232" cy="531703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978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0" grpId="0" animBg="1"/>
      <p:bldP spid="12" grpId="0" animBg="1"/>
      <p:bldP spid="13" grpId="0" animBg="1"/>
      <p:bldP spid="14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FFB952-030F-FB63-4467-A96DED2D7624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5C583CC-7579-9D6F-9B2D-F332353281D3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C615A9-F4CC-0A28-38E2-623EAC972A93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8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A91793D9-4139-873D-FC45-C7E68796273D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یادگیری ماشین</a:t>
            </a:r>
          </a:p>
        </p:txBody>
      </p:sp>
      <p:sp>
        <p:nvSpPr>
          <p:cNvPr id="9" name="Freeform: Shape 8">
            <a:hlinkClick r:id="rId3" action="ppaction://hlinksldjump"/>
            <a:extLst>
              <a:ext uri="{FF2B5EF4-FFF2-40B4-BE49-F238E27FC236}">
                <a16:creationId xmlns:a16="http://schemas.microsoft.com/office/drawing/2014/main" id="{42E18248-8AC0-84C5-9718-919806C6EF38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یادگیری مشارکتی</a:t>
            </a:r>
          </a:p>
        </p:txBody>
      </p:sp>
      <p:sp>
        <p:nvSpPr>
          <p:cNvPr id="11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91FBFA4C-A013-93DC-D4F3-77B1F8D3CB40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15" name="Freeform: Shape 14">
            <a:hlinkClick r:id="rId4" action="ppaction://hlinksldjump"/>
            <a:extLst>
              <a:ext uri="{FF2B5EF4-FFF2-40B4-BE49-F238E27FC236}">
                <a16:creationId xmlns:a16="http://schemas.microsoft.com/office/drawing/2014/main" id="{28A4EB20-8F0C-B517-F604-B48657D2790E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18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E6AB6D8D-42AD-60B4-280A-FB520F61D935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A5654F-D9DB-B896-DD24-797F18AC81B9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66DBCC4-DC3C-0E90-5833-CC8ED4DCFFAE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DDF37A-F657-A0B3-412D-ED247F6193E0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774B804-802F-E1C5-14AB-39A698136852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3B82C21-9982-4267-8224-5ACD48DBC709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B88FA-9586-5A56-2283-047101C5EB80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B470B9-CDC5-1597-E9CB-F79CB78E5FF5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E46EF6-CC0B-8868-CD07-D729A5D00945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A91189-F5B4-3A35-EE58-B5EDD914070D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22F2D3-7210-6212-B5EC-B88E84B8921F}"/>
              </a:ext>
            </a:extLst>
          </p:cNvPr>
          <p:cNvSpPr/>
          <p:nvPr/>
        </p:nvSpPr>
        <p:spPr>
          <a:xfrm>
            <a:off x="4740570" y="1914034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1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8608D-4E52-119A-8FE2-0167531B144B}"/>
              </a:ext>
            </a:extLst>
          </p:cNvPr>
          <p:cNvSpPr/>
          <p:nvPr/>
        </p:nvSpPr>
        <p:spPr>
          <a:xfrm>
            <a:off x="4738429" y="3627099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816AA4-7A3B-FFE7-38D6-F54378A0DAA1}"/>
              </a:ext>
            </a:extLst>
          </p:cNvPr>
          <p:cNvSpPr/>
          <p:nvPr/>
        </p:nvSpPr>
        <p:spPr>
          <a:xfrm>
            <a:off x="4738428" y="5793393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n</a:t>
            </a:r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8C7A3643-9583-3221-CA25-A95A55484A6D}"/>
              </a:ext>
            </a:extLst>
          </p:cNvPr>
          <p:cNvSpPr/>
          <p:nvPr/>
        </p:nvSpPr>
        <p:spPr>
          <a:xfrm>
            <a:off x="4139547" y="2081719"/>
            <a:ext cx="600836" cy="3928363"/>
          </a:xfrm>
          <a:prstGeom prst="leftBrace">
            <a:avLst>
              <a:gd name="adj1" fmla="val 63387"/>
              <a:gd name="adj2" fmla="val 35798"/>
            </a:avLst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99170D-273C-2E33-8963-5581BF044EFA}"/>
              </a:ext>
            </a:extLst>
          </p:cNvPr>
          <p:cNvSpPr/>
          <p:nvPr/>
        </p:nvSpPr>
        <p:spPr>
          <a:xfrm>
            <a:off x="3137056" y="2993944"/>
            <a:ext cx="1007279" cy="97733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میانگین حسابی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BF7FBE3-235E-7768-CEA1-A1736469F68C}"/>
              </a:ext>
            </a:extLst>
          </p:cNvPr>
          <p:cNvCxnSpPr>
            <a:stCxn id="38" idx="1"/>
            <a:endCxn id="12" idx="3"/>
          </p:cNvCxnSpPr>
          <p:nvPr/>
        </p:nvCxnSpPr>
        <p:spPr>
          <a:xfrm flipH="1">
            <a:off x="2045087" y="3482613"/>
            <a:ext cx="10919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762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34" grpId="0" animBg="1"/>
      <p:bldP spid="35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1291765" y="1280473"/>
            <a:ext cx="9608457" cy="4297054"/>
          </a:xfrm>
          <a:prstGeom prst="roundRect">
            <a:avLst>
              <a:gd name="adj" fmla="val 1309"/>
            </a:avLst>
          </a:prstGeom>
          <a:solidFill>
            <a:srgbClr val="262344"/>
          </a:solidFill>
          <a:ln>
            <a:solidFill>
              <a:srgbClr val="262344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2E3265-0067-49BB-B185-6A88ADF64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7297" y="2317953"/>
            <a:ext cx="6690269" cy="1201095"/>
          </a:xfrm>
        </p:spPr>
        <p:txBody>
          <a:bodyPr>
            <a:noAutofit/>
          </a:bodyPr>
          <a:lstStyle/>
          <a:p>
            <a:r>
              <a:rPr lang="fa-IR" sz="66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عنوان فصل سوم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BBA44A2-354B-4CA5-BA07-20E9E168A8A9}"/>
              </a:ext>
            </a:extLst>
          </p:cNvPr>
          <p:cNvSpPr/>
          <p:nvPr/>
        </p:nvSpPr>
        <p:spPr>
          <a:xfrm>
            <a:off x="5554715" y="1035310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cs typeface="B Titr" panose="00000700000000000000" pitchFamily="2" charset="-78"/>
            </a:endParaRPr>
          </a:p>
        </p:txBody>
      </p:sp>
      <p:pic>
        <p:nvPicPr>
          <p:cNvPr id="21" name="Graphic 20" descr="Home">
            <a:extLst>
              <a:ext uri="{FF2B5EF4-FFF2-40B4-BE49-F238E27FC236}">
                <a16:creationId xmlns:a16="http://schemas.microsoft.com/office/drawing/2014/main" id="{445AD03F-DC12-4E8D-81B6-7B74D49A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1400" y="1048873"/>
            <a:ext cx="389195" cy="389195"/>
          </a:xfrm>
          <a:prstGeom prst="rect">
            <a:avLst/>
          </a:prstGeom>
        </p:spPr>
      </p:pic>
      <p:sp>
        <p:nvSpPr>
          <p:cNvPr id="29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FF3AFF16-998E-4019-8AB5-D18BC8C43CB0}"/>
              </a:ext>
            </a:extLst>
          </p:cNvPr>
          <p:cNvSpPr/>
          <p:nvPr/>
        </p:nvSpPr>
        <p:spPr>
          <a:xfrm flipH="1">
            <a:off x="12228020" y="1348992"/>
            <a:ext cx="2127509" cy="57939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0" name="Freeform: Shape 29">
            <a:hlinkClick r:id="rId4" action="ppaction://hlinksldjump"/>
            <a:extLst>
              <a:ext uri="{FF2B5EF4-FFF2-40B4-BE49-F238E27FC236}">
                <a16:creationId xmlns:a16="http://schemas.microsoft.com/office/drawing/2014/main" id="{5E169015-33E8-4D36-9AE6-2B6696A95EB9}"/>
              </a:ext>
            </a:extLst>
          </p:cNvPr>
          <p:cNvSpPr/>
          <p:nvPr/>
        </p:nvSpPr>
        <p:spPr>
          <a:xfrm flipH="1">
            <a:off x="12228020" y="2252344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4" action="ppaction://hlinksldjump"/>
            <a:extLst>
              <a:ext uri="{FF2B5EF4-FFF2-40B4-BE49-F238E27FC236}">
                <a16:creationId xmlns:a16="http://schemas.microsoft.com/office/drawing/2014/main" id="{7E06BC56-4CDB-4893-8542-BABB3D350A0C}"/>
              </a:ext>
            </a:extLst>
          </p:cNvPr>
          <p:cNvSpPr/>
          <p:nvPr/>
        </p:nvSpPr>
        <p:spPr>
          <a:xfrm flipH="1">
            <a:off x="12228020" y="3155696"/>
            <a:ext cx="2127510" cy="57939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40" name="Freeform: Shape 39">
            <a:hlinkClick r:id="rId5" action="ppaction://hlinksldjump"/>
            <a:extLst>
              <a:ext uri="{FF2B5EF4-FFF2-40B4-BE49-F238E27FC236}">
                <a16:creationId xmlns:a16="http://schemas.microsoft.com/office/drawing/2014/main" id="{AB6D9056-2C7E-4A84-9224-CA946D9C7395}"/>
              </a:ext>
            </a:extLst>
          </p:cNvPr>
          <p:cNvSpPr/>
          <p:nvPr/>
        </p:nvSpPr>
        <p:spPr>
          <a:xfrm flipH="1">
            <a:off x="12228020" y="4059048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41" name="!!Freeform: Shape 34">
            <a:hlinkClick r:id="rId6" action="ppaction://hlinksldjump"/>
            <a:extLst>
              <a:ext uri="{FF2B5EF4-FFF2-40B4-BE49-F238E27FC236}">
                <a16:creationId xmlns:a16="http://schemas.microsoft.com/office/drawing/2014/main" id="{04703027-9E90-45AC-8F53-1570CFC00486}"/>
              </a:ext>
            </a:extLst>
          </p:cNvPr>
          <p:cNvSpPr/>
          <p:nvPr/>
        </p:nvSpPr>
        <p:spPr>
          <a:xfrm flipH="1">
            <a:off x="12205754" y="4962400"/>
            <a:ext cx="2127509" cy="57939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E6B9C04-DB38-4FC5-933F-3F77469B3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34" y="3764211"/>
            <a:ext cx="6772332" cy="1201095"/>
          </a:xfrm>
        </p:spPr>
        <p:txBody>
          <a:bodyPr>
            <a:normAutofit fontScale="55000" lnSpcReduction="20000"/>
          </a:bodyPr>
          <a:lstStyle/>
          <a:p>
            <a:pPr rtl="1">
              <a:lnSpc>
                <a:spcPct val="170000"/>
              </a:lnSpc>
            </a:pPr>
            <a:r>
              <a:rPr lang="fa-IR" dirty="0">
                <a:solidFill>
                  <a:schemeClr val="bg1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باشد.</a:t>
            </a:r>
          </a:p>
        </p:txBody>
      </p:sp>
      <p:sp>
        <p:nvSpPr>
          <p:cNvPr id="18" name="Arrow: Chevron 17">
            <a:hlinkClick r:id="rId3" action="ppaction://hlinksldjump"/>
            <a:extLst>
              <a:ext uri="{FF2B5EF4-FFF2-40B4-BE49-F238E27FC236}">
                <a16:creationId xmlns:a16="http://schemas.microsoft.com/office/drawing/2014/main" id="{41A475B3-8E5C-4641-BAFC-7F8BC4ECF8A8}"/>
              </a:ext>
            </a:extLst>
          </p:cNvPr>
          <p:cNvSpPr/>
          <p:nvPr/>
        </p:nvSpPr>
        <p:spPr>
          <a:xfrm>
            <a:off x="6595552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9" name="Arrow: Chevron 18">
            <a:hlinkClick r:id="rId3" action="ppaction://hlinksldjump"/>
            <a:extLst>
              <a:ext uri="{FF2B5EF4-FFF2-40B4-BE49-F238E27FC236}">
                <a16:creationId xmlns:a16="http://schemas.microsoft.com/office/drawing/2014/main" id="{CE860113-49CB-4A22-8158-531621CFB468}"/>
              </a:ext>
            </a:extLst>
          </p:cNvPr>
          <p:cNvSpPr/>
          <p:nvPr/>
        </p:nvSpPr>
        <p:spPr>
          <a:xfrm flipH="1">
            <a:off x="5249766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DFE6EF0-0437-48F0-A5BB-EB56C47D268F}"/>
              </a:ext>
            </a:extLst>
          </p:cNvPr>
          <p:cNvSpPr/>
          <p:nvPr/>
        </p:nvSpPr>
        <p:spPr>
          <a:xfrm>
            <a:off x="5554818" y="5337033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9C925-628A-B7FE-8B77-5494D21C5CAF}"/>
              </a:ext>
            </a:extLst>
          </p:cNvPr>
          <p:cNvSpPr txBox="1"/>
          <p:nvPr/>
        </p:nvSpPr>
        <p:spPr>
          <a:xfrm>
            <a:off x="5742961" y="5419805"/>
            <a:ext cx="706272" cy="4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400" kern="12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24439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C9B54-8FBD-4E22-C506-BB10D66D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93AEA27-A65B-20C8-312A-45B1C3B9A1CD}"/>
              </a:ext>
            </a:extLst>
          </p:cNvPr>
          <p:cNvSpPr/>
          <p:nvPr/>
        </p:nvSpPr>
        <p:spPr>
          <a:xfrm>
            <a:off x="522237" y="350667"/>
            <a:ext cx="11044616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chemeClr val="tx1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4" name="Arrow: Chevron 3">
            <a:hlinkClick r:id="rId2" action="ppaction://hlinksldjump"/>
            <a:extLst>
              <a:ext uri="{FF2B5EF4-FFF2-40B4-BE49-F238E27FC236}">
                <a16:creationId xmlns:a16="http://schemas.microsoft.com/office/drawing/2014/main" id="{8F357CBC-B9E6-84C7-9A0B-46D098C446CF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5" name="Arrow: Chevron 4">
            <a:hlinkClick r:id="rId2" action="ppaction://hlinksldjump"/>
            <a:extLst>
              <a:ext uri="{FF2B5EF4-FFF2-40B4-BE49-F238E27FC236}">
                <a16:creationId xmlns:a16="http://schemas.microsoft.com/office/drawing/2014/main" id="{60386B2D-D89A-4312-49C9-8B06CCECA1AD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DDA7C95-8967-5E16-EF6E-F5D46FD042AD}"/>
              </a:ext>
            </a:extLst>
          </p:cNvPr>
          <p:cNvSpPr txBox="1">
            <a:spLocks/>
          </p:cNvSpPr>
          <p:nvPr/>
        </p:nvSpPr>
        <p:spPr>
          <a:xfrm>
            <a:off x="777548" y="1277743"/>
            <a:ext cx="10731374" cy="452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r" rtl="1">
              <a:lnSpc>
                <a:spcPct val="170000"/>
              </a:lnSpc>
              <a:buFont typeface="+mj-lt"/>
              <a:buAutoNum type="arabicPeriod"/>
            </a:pPr>
            <a:endParaRPr lang="fa-IR" dirty="0">
              <a:latin typeface="Vazir FD" pitchFamily="2" charset="-78"/>
              <a:cs typeface="Vazir FD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82273E-67B8-2A58-4DF9-8B9D3DDF3A1E}"/>
              </a:ext>
            </a:extLst>
          </p:cNvPr>
          <p:cNvSpPr/>
          <p:nvPr/>
        </p:nvSpPr>
        <p:spPr>
          <a:xfrm rot="16200000">
            <a:off x="-1552982" y="2843146"/>
            <a:ext cx="5818911" cy="115785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مجوعه داده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7440DC-075E-EB2F-5F96-F2B0F1F8E78A}"/>
              </a:ext>
            </a:extLst>
          </p:cNvPr>
          <p:cNvSpPr/>
          <p:nvPr/>
        </p:nvSpPr>
        <p:spPr>
          <a:xfrm rot="16200000">
            <a:off x="-292221" y="2843144"/>
            <a:ext cx="5818911" cy="115785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پاک‌سازی مجوعه داده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DF4EC44-B99F-3B10-4286-600312CB1109}"/>
              </a:ext>
            </a:extLst>
          </p:cNvPr>
          <p:cNvSpPr/>
          <p:nvPr/>
        </p:nvSpPr>
        <p:spPr>
          <a:xfrm rot="16200000">
            <a:off x="989056" y="2850074"/>
            <a:ext cx="5818911" cy="115785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توکن‌سازی مجوعه داده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D9F25A-E052-6838-0656-110ADF467FF4}"/>
              </a:ext>
            </a:extLst>
          </p:cNvPr>
          <p:cNvSpPr/>
          <p:nvPr/>
        </p:nvSpPr>
        <p:spPr>
          <a:xfrm rot="16200000">
            <a:off x="2270331" y="2850074"/>
            <a:ext cx="5818911" cy="115785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بردار‌سازی مجوعه داده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968238-DFFA-436C-2C7F-23A69AE95043}"/>
              </a:ext>
            </a:extLst>
          </p:cNvPr>
          <p:cNvSpPr/>
          <p:nvPr/>
        </p:nvSpPr>
        <p:spPr>
          <a:xfrm rot="16200000">
            <a:off x="3546159" y="2850074"/>
            <a:ext cx="5818911" cy="115785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تقسیم مجوعه داده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34424F0-451E-63AC-E031-F4A186735234}"/>
              </a:ext>
            </a:extLst>
          </p:cNvPr>
          <p:cNvSpPr/>
          <p:nvPr/>
        </p:nvSpPr>
        <p:spPr>
          <a:xfrm rot="16200000">
            <a:off x="6189290" y="2850073"/>
            <a:ext cx="5818911" cy="115785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آموزش مدل روی مجوعه داده آموزشی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83F0452-7DA8-E9D7-951C-CAD5EAEF1D6C}"/>
              </a:ext>
            </a:extLst>
          </p:cNvPr>
          <p:cNvSpPr/>
          <p:nvPr/>
        </p:nvSpPr>
        <p:spPr>
          <a:xfrm rot="16200000">
            <a:off x="7499545" y="2850073"/>
            <a:ext cx="5818911" cy="115785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ازیابی مدل روی مجوعه داده تست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C253F56-985F-2D30-7F97-7C17D10FC09F}"/>
              </a:ext>
            </a:extLst>
          </p:cNvPr>
          <p:cNvSpPr/>
          <p:nvPr/>
        </p:nvSpPr>
        <p:spPr>
          <a:xfrm rot="16200000">
            <a:off x="5795060" y="3788720"/>
            <a:ext cx="3941618" cy="1157851"/>
          </a:xfrm>
          <a:prstGeom prst="roundRect">
            <a:avLst/>
          </a:prstGeom>
          <a:solidFill>
            <a:srgbClr val="388600"/>
          </a:solidFill>
          <a:ln>
            <a:solidFill>
              <a:srgbClr val="388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dirty="0">
                <a:latin typeface="Vazir FD" pitchFamily="2" charset="-78"/>
                <a:cs typeface="Vazir FD" pitchFamily="2" charset="-78"/>
              </a:rPr>
              <a:t>مجموعه داده آموزشی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69C34C3-EC76-BEB2-C33F-4EA5BD709656}"/>
              </a:ext>
            </a:extLst>
          </p:cNvPr>
          <p:cNvSpPr/>
          <p:nvPr/>
        </p:nvSpPr>
        <p:spPr>
          <a:xfrm rot="16200000">
            <a:off x="6882639" y="823846"/>
            <a:ext cx="1766457" cy="1157851"/>
          </a:xfrm>
          <a:prstGeom prst="round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1400" dirty="0">
                <a:solidFill>
                  <a:sysClr val="windowText" lastClr="000000"/>
                </a:solidFill>
                <a:latin typeface="Vazir FD" pitchFamily="2" charset="-78"/>
                <a:cs typeface="Vazir FD" pitchFamily="2" charset="-78"/>
              </a:rPr>
              <a:t>مجموعه داده ارزیابی</a:t>
            </a:r>
          </a:p>
        </p:txBody>
      </p:sp>
    </p:spTree>
    <p:extLst>
      <p:ext uri="{BB962C8B-B14F-4D97-AF65-F5344CB8AC3E}">
        <p14:creationId xmlns:p14="http://schemas.microsoft.com/office/powerpoint/2010/main" val="1831784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1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4" grpId="0" animBg="1"/>
      <p:bldP spid="26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DDC7A-1E81-00EA-4D3A-C4FA74714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915501-2223-EB7A-02AD-FA4BF092ED93}"/>
              </a:ext>
            </a:extLst>
          </p:cNvPr>
          <p:cNvSpPr/>
          <p:nvPr/>
        </p:nvSpPr>
        <p:spPr>
          <a:xfrm>
            <a:off x="522237" y="350667"/>
            <a:ext cx="11044616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chemeClr val="tx1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4" name="Arrow: Chevron 3">
            <a:hlinkClick r:id="rId2" action="ppaction://hlinksldjump"/>
            <a:extLst>
              <a:ext uri="{FF2B5EF4-FFF2-40B4-BE49-F238E27FC236}">
                <a16:creationId xmlns:a16="http://schemas.microsoft.com/office/drawing/2014/main" id="{7202FD04-3230-3AC1-D1E2-A70A5733D937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5" name="Arrow: Chevron 4">
            <a:hlinkClick r:id="rId2" action="ppaction://hlinksldjump"/>
            <a:extLst>
              <a:ext uri="{FF2B5EF4-FFF2-40B4-BE49-F238E27FC236}">
                <a16:creationId xmlns:a16="http://schemas.microsoft.com/office/drawing/2014/main" id="{3DB6F408-BFF3-3A1E-7550-F64C7553C0C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5F85FAD-5301-5B15-029D-B8EA920D17D5}"/>
              </a:ext>
            </a:extLst>
          </p:cNvPr>
          <p:cNvSpPr txBox="1">
            <a:spLocks/>
          </p:cNvSpPr>
          <p:nvPr/>
        </p:nvSpPr>
        <p:spPr>
          <a:xfrm>
            <a:off x="777548" y="1277743"/>
            <a:ext cx="10731374" cy="452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r" rtl="1">
              <a:lnSpc>
                <a:spcPct val="170000"/>
              </a:lnSpc>
              <a:buFont typeface="+mj-lt"/>
              <a:buAutoNum type="arabicPeriod"/>
            </a:pPr>
            <a:endParaRPr lang="fa-IR" dirty="0">
              <a:latin typeface="Vazir FD" pitchFamily="2" charset="-78"/>
              <a:cs typeface="Vazir FD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B875CA-1531-480E-54E1-9864F90233F7}"/>
              </a:ext>
            </a:extLst>
          </p:cNvPr>
          <p:cNvSpPr/>
          <p:nvPr/>
        </p:nvSpPr>
        <p:spPr>
          <a:xfrm rot="16200000">
            <a:off x="-1552982" y="2843146"/>
            <a:ext cx="5818911" cy="115785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مجوعه داده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AA6D5E-4C24-1A3D-E510-E5AA68FDD85D}"/>
              </a:ext>
            </a:extLst>
          </p:cNvPr>
          <p:cNvSpPr/>
          <p:nvPr/>
        </p:nvSpPr>
        <p:spPr>
          <a:xfrm rot="16200000">
            <a:off x="3251666" y="3785254"/>
            <a:ext cx="3948545" cy="115785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پاک‌سازی مجوعه آموزشی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C54358-4E81-2962-74E2-9404310D91C6}"/>
              </a:ext>
            </a:extLst>
          </p:cNvPr>
          <p:cNvSpPr/>
          <p:nvPr/>
        </p:nvSpPr>
        <p:spPr>
          <a:xfrm rot="16200000">
            <a:off x="4529478" y="3788718"/>
            <a:ext cx="3955477" cy="115785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توکن‌سازی مجوعه آموزشی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A8530B4-DD3C-DE53-4C08-2E9148D9993B}"/>
              </a:ext>
            </a:extLst>
          </p:cNvPr>
          <p:cNvSpPr/>
          <p:nvPr/>
        </p:nvSpPr>
        <p:spPr>
          <a:xfrm rot="16200000">
            <a:off x="5810751" y="3788718"/>
            <a:ext cx="3955479" cy="115785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بردار‌سازی مجوعه آموزشی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165FC2A-E502-027D-B870-FE7DA270AF45}"/>
              </a:ext>
            </a:extLst>
          </p:cNvPr>
          <p:cNvSpPr/>
          <p:nvPr/>
        </p:nvSpPr>
        <p:spPr>
          <a:xfrm rot="16200000">
            <a:off x="-300685" y="2843146"/>
            <a:ext cx="5818911" cy="115785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تقسیم مجوعه داده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FD9CE9-D41C-772F-4AAF-87B889B33F1D}"/>
              </a:ext>
            </a:extLst>
          </p:cNvPr>
          <p:cNvSpPr/>
          <p:nvPr/>
        </p:nvSpPr>
        <p:spPr>
          <a:xfrm rot="16200000">
            <a:off x="6189290" y="2850073"/>
            <a:ext cx="5818911" cy="115785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آموزش مدل روی مجوعه داده آموزشی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D3652DA-FCDA-65F2-41E2-8E383787C1AB}"/>
              </a:ext>
            </a:extLst>
          </p:cNvPr>
          <p:cNvSpPr/>
          <p:nvPr/>
        </p:nvSpPr>
        <p:spPr>
          <a:xfrm rot="16200000">
            <a:off x="7499545" y="2850073"/>
            <a:ext cx="5818911" cy="115785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400" dirty="0">
                <a:latin typeface="Vazir FD" pitchFamily="2" charset="-78"/>
                <a:cs typeface="Vazir FD" pitchFamily="2" charset="-78"/>
              </a:rPr>
              <a:t>ازیابی مدل روی مجوعه داده تست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950F3AA-5352-34CE-382B-A10B65C1A7FE}"/>
              </a:ext>
            </a:extLst>
          </p:cNvPr>
          <p:cNvSpPr/>
          <p:nvPr/>
        </p:nvSpPr>
        <p:spPr>
          <a:xfrm rot="16200000">
            <a:off x="1948216" y="3781792"/>
            <a:ext cx="3941618" cy="1157851"/>
          </a:xfrm>
          <a:prstGeom prst="roundRect">
            <a:avLst/>
          </a:prstGeom>
          <a:solidFill>
            <a:srgbClr val="388600"/>
          </a:solidFill>
          <a:ln>
            <a:solidFill>
              <a:srgbClr val="388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dirty="0">
                <a:latin typeface="Vazir FD" pitchFamily="2" charset="-78"/>
                <a:cs typeface="Vazir FD" pitchFamily="2" charset="-78"/>
              </a:rPr>
              <a:t>مجموعه داده آموزشی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EED89D7-5C20-7862-A288-0181B4F0ED13}"/>
              </a:ext>
            </a:extLst>
          </p:cNvPr>
          <p:cNvSpPr/>
          <p:nvPr/>
        </p:nvSpPr>
        <p:spPr>
          <a:xfrm rot="16200000">
            <a:off x="3035795" y="816918"/>
            <a:ext cx="1766457" cy="1157851"/>
          </a:xfrm>
          <a:prstGeom prst="round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1400" dirty="0">
                <a:solidFill>
                  <a:sysClr val="windowText" lastClr="000000"/>
                </a:solidFill>
                <a:latin typeface="Vazir FD" pitchFamily="2" charset="-78"/>
                <a:cs typeface="Vazir FD" pitchFamily="2" charset="-78"/>
              </a:rPr>
              <a:t>مجموعه داده ارزیابی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E92303-2F56-C1B9-A233-E7BB15247955}"/>
              </a:ext>
            </a:extLst>
          </p:cNvPr>
          <p:cNvSpPr/>
          <p:nvPr/>
        </p:nvSpPr>
        <p:spPr>
          <a:xfrm rot="16200000">
            <a:off x="4373238" y="811531"/>
            <a:ext cx="1763359" cy="115785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dirty="0">
                <a:latin typeface="Vazir FD" pitchFamily="2" charset="-78"/>
                <a:cs typeface="Vazir FD" pitchFamily="2" charset="-78"/>
              </a:rPr>
              <a:t>پاک‌سازی مجوعه آموزشی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CBD1F4-8792-57FA-0C98-817DAC335BEF}"/>
              </a:ext>
            </a:extLst>
          </p:cNvPr>
          <p:cNvSpPr/>
          <p:nvPr/>
        </p:nvSpPr>
        <p:spPr>
          <a:xfrm rot="16200000">
            <a:off x="5652967" y="816913"/>
            <a:ext cx="1766456" cy="115785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dirty="0">
                <a:latin typeface="Vazir FD" pitchFamily="2" charset="-78"/>
                <a:cs typeface="Vazir FD" pitchFamily="2" charset="-78"/>
              </a:rPr>
              <a:t>توکن‌سازی مجوعه آموزشی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7C940C6-D8D5-D4BD-A407-44E84462BA1E}"/>
              </a:ext>
            </a:extLst>
          </p:cNvPr>
          <p:cNvSpPr/>
          <p:nvPr/>
        </p:nvSpPr>
        <p:spPr>
          <a:xfrm rot="16200000">
            <a:off x="6934240" y="816914"/>
            <a:ext cx="1766456" cy="115785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dirty="0">
                <a:latin typeface="Vazir FD" pitchFamily="2" charset="-78"/>
                <a:cs typeface="Vazir FD" pitchFamily="2" charset="-78"/>
              </a:rPr>
              <a:t>بردار‌سازی مجوعه آموزشی</a:t>
            </a:r>
          </a:p>
        </p:txBody>
      </p:sp>
    </p:spTree>
    <p:extLst>
      <p:ext uri="{BB962C8B-B14F-4D97-AF65-F5344CB8AC3E}">
        <p14:creationId xmlns:p14="http://schemas.microsoft.com/office/powerpoint/2010/main" val="3687669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2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2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3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4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10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Arrow: Chevron 11">
            <a:hlinkClick r:id="rId2" action="ppaction://hlinksldjump"/>
            <a:extLst>
              <a:ext uri="{FF2B5EF4-FFF2-40B4-BE49-F238E27FC236}">
                <a16:creationId xmlns:a16="http://schemas.microsoft.com/office/drawing/2014/main" id="{7483CB28-0A21-D4F9-E0C3-ADED8875FE8A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3" name="Arrow: Chevron 12">
            <a:hlinkClick r:id="rId2" action="ppaction://hlinksldjump"/>
            <a:extLst>
              <a:ext uri="{FF2B5EF4-FFF2-40B4-BE49-F238E27FC236}">
                <a16:creationId xmlns:a16="http://schemas.microsoft.com/office/drawing/2014/main" id="{EFDC4F8A-F85F-95BC-9386-B89D80BB72F8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F091B5-09F6-5A06-D270-799B65CBD990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B4D912-DC32-DB0A-66DD-97DE1F81B9A5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EDA746-D701-4B3A-B719-12D43E3A8414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894A42-2389-3F5A-2C9F-C09FEC0E572F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27E68E-41ED-F473-5D74-7F8C685F24C8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BDFE47-D995-0A6B-038D-E13F870DCD90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667BB3-D21D-687A-966C-8607A778BA78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716AA66-642A-63D8-4E11-9E11AFFB4EC3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E139390-5420-1E1D-120A-48A819D04DCC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DF6BEB5-E98D-8E0A-CC9A-F9EEE5761CC6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7A332D8-AE38-3F0E-AA08-150FF723078A}"/>
              </a:ext>
            </a:extLst>
          </p:cNvPr>
          <p:cNvCxnSpPr>
            <a:cxnSpLocks/>
            <a:stCxn id="14" idx="0"/>
            <a:endCxn id="28" idx="1"/>
          </p:cNvCxnSpPr>
          <p:nvPr/>
        </p:nvCxnSpPr>
        <p:spPr>
          <a:xfrm rot="5400000" flipH="1" flipV="1">
            <a:off x="1206449" y="2186775"/>
            <a:ext cx="1220077" cy="4572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D261327-D27B-7D21-CAC9-7AD6E40108DE}"/>
              </a:ext>
            </a:extLst>
          </p:cNvPr>
          <p:cNvCxnSpPr>
            <a:cxnSpLocks/>
            <a:stCxn id="14" idx="2"/>
            <a:endCxn id="64" idx="1"/>
          </p:cNvCxnSpPr>
          <p:nvPr/>
        </p:nvCxnSpPr>
        <p:spPr>
          <a:xfrm rot="16200000" flipH="1">
            <a:off x="1693730" y="3833970"/>
            <a:ext cx="1673792" cy="188547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6650BF5-1B11-B553-6398-3EC62B9CC7F7}"/>
              </a:ext>
            </a:extLst>
          </p:cNvPr>
          <p:cNvSpPr/>
          <p:nvPr/>
        </p:nvSpPr>
        <p:spPr>
          <a:xfrm>
            <a:off x="2045087" y="1549392"/>
            <a:ext cx="1428279" cy="511888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Secret1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5D197E4-B01A-B831-582D-A4B9B489C5BA}"/>
              </a:ext>
            </a:extLst>
          </p:cNvPr>
          <p:cNvCxnSpPr>
            <a:cxnSpLocks/>
            <a:stCxn id="28" idx="3"/>
            <a:endCxn id="11" idx="0"/>
          </p:cNvCxnSpPr>
          <p:nvPr/>
        </p:nvCxnSpPr>
        <p:spPr>
          <a:xfrm flipV="1">
            <a:off x="3473366" y="1775086"/>
            <a:ext cx="3394365" cy="302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0AC4BD3-6EED-00B5-C7E9-75431C1ACD67}"/>
              </a:ext>
            </a:extLst>
          </p:cNvPr>
          <p:cNvSpPr/>
          <p:nvPr/>
        </p:nvSpPr>
        <p:spPr>
          <a:xfrm>
            <a:off x="2759226" y="3226669"/>
            <a:ext cx="1428279" cy="511888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Secret2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F4C09D2-1B7F-9058-4F59-E89979922A68}"/>
              </a:ext>
            </a:extLst>
          </p:cNvPr>
          <p:cNvCxnSpPr>
            <a:cxnSpLocks/>
            <a:stCxn id="40" idx="3"/>
            <a:endCxn id="8" idx="0"/>
          </p:cNvCxnSpPr>
          <p:nvPr/>
        </p:nvCxnSpPr>
        <p:spPr>
          <a:xfrm flipV="1">
            <a:off x="4187505" y="3475095"/>
            <a:ext cx="2678085" cy="75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2048BF-2BEE-4F33-D1B7-C9ACE36A8027}"/>
              </a:ext>
            </a:extLst>
          </p:cNvPr>
          <p:cNvCxnSpPr>
            <a:cxnSpLocks/>
            <a:stCxn id="14" idx="3"/>
            <a:endCxn id="40" idx="1"/>
          </p:cNvCxnSpPr>
          <p:nvPr/>
        </p:nvCxnSpPr>
        <p:spPr>
          <a:xfrm>
            <a:off x="2045087" y="3482613"/>
            <a:ext cx="7141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3A0E5C55-2ECD-F8E6-B667-22E8F6C695B1}"/>
              </a:ext>
            </a:extLst>
          </p:cNvPr>
          <p:cNvSpPr/>
          <p:nvPr/>
        </p:nvSpPr>
        <p:spPr>
          <a:xfrm>
            <a:off x="3473365" y="5357661"/>
            <a:ext cx="1428279" cy="511888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Secret n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DC6C053-8FD8-14CC-82A3-2CEF1BAC20E5}"/>
              </a:ext>
            </a:extLst>
          </p:cNvPr>
          <p:cNvCxnSpPr>
            <a:cxnSpLocks/>
            <a:stCxn id="64" idx="3"/>
            <a:endCxn id="9" idx="0"/>
          </p:cNvCxnSpPr>
          <p:nvPr/>
        </p:nvCxnSpPr>
        <p:spPr>
          <a:xfrm flipV="1">
            <a:off x="4901644" y="5601045"/>
            <a:ext cx="2003275" cy="12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689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8" grpId="0" animBg="1"/>
      <p:bldP spid="40" grpId="0" animBg="1"/>
      <p:bldP spid="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FFB952-030F-FB63-4467-A96DED2D7624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5C583CC-7579-9D6F-9B2D-F332353281D3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C615A9-F4CC-0A28-38E2-623EAC972A93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B88FA-9586-5A56-2283-047101C5EB80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B470B9-CDC5-1597-E9CB-F79CB78E5FF5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E46EF6-CC0B-8868-CD07-D729A5D00945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A91189-F5B4-3A35-EE58-B5EDD914070D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8C7A3643-9583-3221-CA25-A95A55484A6D}"/>
              </a:ext>
            </a:extLst>
          </p:cNvPr>
          <p:cNvSpPr/>
          <p:nvPr/>
        </p:nvSpPr>
        <p:spPr>
          <a:xfrm>
            <a:off x="6259854" y="1741017"/>
            <a:ext cx="600836" cy="3928363"/>
          </a:xfrm>
          <a:prstGeom prst="leftBrace">
            <a:avLst>
              <a:gd name="adj1" fmla="val 63387"/>
              <a:gd name="adj2" fmla="val 44465"/>
            </a:avLst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99170D-273C-2E33-8963-5581BF044EFA}"/>
              </a:ext>
            </a:extLst>
          </p:cNvPr>
          <p:cNvSpPr/>
          <p:nvPr/>
        </p:nvSpPr>
        <p:spPr>
          <a:xfrm>
            <a:off x="5258785" y="2993944"/>
            <a:ext cx="1007279" cy="97733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اجماع کلید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6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E44D8F58-5B04-0DC0-50EA-2FFC2AC51B94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3" name="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F346B579-5850-E406-79A8-F1239E7D03FA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4C52E2FD-020B-AAE4-BA97-39633C6DD8F5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37" name="Freeform: Shape 36">
            <a:hlinkClick r:id="rId4" action="ppaction://hlinksldjump"/>
            <a:extLst>
              <a:ext uri="{FF2B5EF4-FFF2-40B4-BE49-F238E27FC236}">
                <a16:creationId xmlns:a16="http://schemas.microsoft.com/office/drawing/2014/main" id="{D739A7B1-4C81-44F2-AD05-9705DA85002C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39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67AEB7A4-FEB0-6719-4A8D-92068D59849F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B4BC31-6BF5-D859-406E-083B87BD457A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F0028E-87FF-743D-B36A-0E569CC130C9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BD3816-769F-8954-7150-1EF83E587AE9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EFCD865-BC06-9014-CAFF-30D78ADB1D11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E04B9BD-DF1F-B23C-9572-54F4F18949E2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8618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FFB952-030F-FB63-4467-A96DED2D7624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5C583CC-7579-9D6F-9B2D-F332353281D3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C615A9-F4CC-0A28-38E2-623EAC972A93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B88FA-9586-5A56-2283-047101C5EB80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B470B9-CDC5-1597-E9CB-F79CB78E5FF5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E46EF6-CC0B-8868-CD07-D729A5D00945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A91189-F5B4-3A35-EE58-B5EDD914070D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16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E44D8F58-5B04-0DC0-50EA-2FFC2AC51B94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3" name="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F346B579-5850-E406-79A8-F1239E7D03FA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4C52E2FD-020B-AAE4-BA97-39633C6DD8F5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37" name="Freeform: Shape 36">
            <a:hlinkClick r:id="rId4" action="ppaction://hlinksldjump"/>
            <a:extLst>
              <a:ext uri="{FF2B5EF4-FFF2-40B4-BE49-F238E27FC236}">
                <a16:creationId xmlns:a16="http://schemas.microsoft.com/office/drawing/2014/main" id="{D739A7B1-4C81-44F2-AD05-9705DA85002C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39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67AEB7A4-FEB0-6719-4A8D-92068D59849F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B4BC31-6BF5-D859-406E-083B87BD457A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F0028E-87FF-743D-B36A-0E569CC130C9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BD3816-769F-8954-7150-1EF83E587AE9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EFCD865-BC06-9014-CAFF-30D78ADB1D11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E04B9BD-DF1F-B23C-9572-54F4F18949E2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8FAB0E5-12E1-8774-CFF3-8102F9FC6961}"/>
              </a:ext>
            </a:extLst>
          </p:cNvPr>
          <p:cNvCxnSpPr>
            <a:cxnSpLocks/>
            <a:endCxn id="11" idx="1"/>
          </p:cNvCxnSpPr>
          <p:nvPr/>
        </p:nvCxnSpPr>
        <p:spPr>
          <a:xfrm rot="5400000" flipH="1" flipV="1">
            <a:off x="1206449" y="2186775"/>
            <a:ext cx="1220077" cy="4572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AA77489-D08D-D506-F3B4-233103D3221C}"/>
              </a:ext>
            </a:extLst>
          </p:cNvPr>
          <p:cNvCxnSpPr>
            <a:cxnSpLocks/>
            <a:endCxn id="20" idx="1"/>
          </p:cNvCxnSpPr>
          <p:nvPr/>
        </p:nvCxnSpPr>
        <p:spPr>
          <a:xfrm rot="16200000" flipH="1">
            <a:off x="1693730" y="3833970"/>
            <a:ext cx="1673792" cy="188547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D40A280-7540-A985-27BE-D63C0A572654}"/>
              </a:ext>
            </a:extLst>
          </p:cNvPr>
          <p:cNvSpPr/>
          <p:nvPr/>
        </p:nvSpPr>
        <p:spPr>
          <a:xfrm>
            <a:off x="2045087" y="1549392"/>
            <a:ext cx="1428279" cy="511888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dirty="0">
                <a:solidFill>
                  <a:sysClr val="windowText" lastClr="000000"/>
                </a:solidFill>
                <a:latin typeface="Vazir Light FD" panose="020B0604020202020204" charset="-78"/>
                <a:cs typeface="Vazir Light FD" panose="020B0604020202020204" charset="-78"/>
              </a:rPr>
              <a:t>رمزنگاری</a:t>
            </a:r>
            <a:endParaRPr lang="en-US" dirty="0">
              <a:solidFill>
                <a:sysClr val="windowText" lastClr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9220C7-E868-B902-B93A-06DFB135C84B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473366" y="1775086"/>
            <a:ext cx="3394365" cy="302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10E3C92-DEEE-77F2-5B14-129742582DCE}"/>
              </a:ext>
            </a:extLst>
          </p:cNvPr>
          <p:cNvSpPr/>
          <p:nvPr/>
        </p:nvSpPr>
        <p:spPr>
          <a:xfrm>
            <a:off x="2759226" y="3226669"/>
            <a:ext cx="1428279" cy="511888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dirty="0">
                <a:solidFill>
                  <a:sysClr val="windowText" lastClr="000000"/>
                </a:solidFill>
                <a:latin typeface="Vazir Light FD" panose="020B0604020202020204" charset="-78"/>
                <a:cs typeface="Vazir Light FD" panose="020B0604020202020204" charset="-78"/>
              </a:rPr>
              <a:t>رمزنگاری</a:t>
            </a:r>
            <a:endParaRPr lang="en-US" sz="2400" dirty="0">
              <a:solidFill>
                <a:sysClr val="windowText" lastClr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4E824E-B190-5CCA-1046-8B218A9A35E4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4187505" y="3475095"/>
            <a:ext cx="2678085" cy="75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CBA312-E104-A7E4-B77B-0BA1CB69339D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045087" y="3482613"/>
            <a:ext cx="7141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684FDF0-5B15-E81A-6B1B-6FE13589AEF5}"/>
              </a:ext>
            </a:extLst>
          </p:cNvPr>
          <p:cNvSpPr/>
          <p:nvPr/>
        </p:nvSpPr>
        <p:spPr>
          <a:xfrm>
            <a:off x="3473365" y="5357661"/>
            <a:ext cx="1428279" cy="511888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dirty="0">
                <a:solidFill>
                  <a:sysClr val="windowText" lastClr="000000"/>
                </a:solidFill>
                <a:latin typeface="Vazir Light FD" panose="020B0604020202020204" charset="-78"/>
                <a:cs typeface="Vazir Light FD" panose="020B0604020202020204" charset="-78"/>
              </a:rPr>
              <a:t>رمزنگاری</a:t>
            </a:r>
            <a:endParaRPr lang="en-US" sz="2400" dirty="0">
              <a:solidFill>
                <a:sysClr val="windowText" lastClr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9B1B59-DD2D-7711-6D2C-B1E4CB080057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901644" y="5601045"/>
            <a:ext cx="2003275" cy="12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559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FFB952-030F-FB63-4467-A96DED2D7624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5C583CC-7579-9D6F-9B2D-F332353281D3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C615A9-F4CC-0A28-38E2-623EAC972A93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B88FA-9586-5A56-2283-047101C5EB80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B470B9-CDC5-1597-E9CB-F79CB78E5FF5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E46EF6-CC0B-8868-CD07-D729A5D00945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A91189-F5B4-3A35-EE58-B5EDD914070D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16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E44D8F58-5B04-0DC0-50EA-2FFC2AC51B94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3" name="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F346B579-5850-E406-79A8-F1239E7D03FA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4C52E2FD-020B-AAE4-BA97-39633C6DD8F5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37" name="Freeform: Shape 36">
            <a:hlinkClick r:id="rId4" action="ppaction://hlinksldjump"/>
            <a:extLst>
              <a:ext uri="{FF2B5EF4-FFF2-40B4-BE49-F238E27FC236}">
                <a16:creationId xmlns:a16="http://schemas.microsoft.com/office/drawing/2014/main" id="{D739A7B1-4C81-44F2-AD05-9705DA85002C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39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67AEB7A4-FEB0-6719-4A8D-92068D59849F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B4BC31-6BF5-D859-406E-083B87BD457A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F0028E-87FF-743D-B36A-0E569CC130C9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BD3816-769F-8954-7150-1EF83E587AE9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EFCD865-BC06-9014-CAFF-30D78ADB1D11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E04B9BD-DF1F-B23C-9572-54F4F18949E2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9AC002-6970-267D-3107-706FF5E0B7CC}"/>
              </a:ext>
            </a:extLst>
          </p:cNvPr>
          <p:cNvSpPr/>
          <p:nvPr/>
        </p:nvSpPr>
        <p:spPr>
          <a:xfrm>
            <a:off x="4807825" y="2122317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1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7ECBA8-E5F9-EB6B-0467-7350535CD2EE}"/>
              </a:ext>
            </a:extLst>
          </p:cNvPr>
          <p:cNvSpPr/>
          <p:nvPr/>
        </p:nvSpPr>
        <p:spPr>
          <a:xfrm>
            <a:off x="4807825" y="3794342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AD7587-C2FC-7D03-CB49-B15274114C66}"/>
              </a:ext>
            </a:extLst>
          </p:cNvPr>
          <p:cNvSpPr/>
          <p:nvPr/>
        </p:nvSpPr>
        <p:spPr>
          <a:xfrm>
            <a:off x="4817751" y="5948276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9BE0BE-A0BD-FF7F-4E62-31F3A96586FB}"/>
              </a:ext>
            </a:extLst>
          </p:cNvPr>
          <p:cNvSpPr/>
          <p:nvPr/>
        </p:nvSpPr>
        <p:spPr>
          <a:xfrm>
            <a:off x="4805148" y="1626596"/>
            <a:ext cx="1974501" cy="452920"/>
          </a:xfrm>
          <a:prstGeom prst="rect">
            <a:avLst/>
          </a:prstGeom>
          <a:solidFill>
            <a:srgbClr val="262344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رمزگشایی متن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B65E6D-E03D-42B6-9F02-D1D1F3FF8D08}"/>
              </a:ext>
            </a:extLst>
          </p:cNvPr>
          <p:cNvSpPr/>
          <p:nvPr/>
        </p:nvSpPr>
        <p:spPr>
          <a:xfrm>
            <a:off x="4805148" y="3298621"/>
            <a:ext cx="1974501" cy="452920"/>
          </a:xfrm>
          <a:prstGeom prst="rect">
            <a:avLst/>
          </a:prstGeom>
          <a:solidFill>
            <a:srgbClr val="262344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رمزگشایی متن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E6EEB67-151C-4105-FCF3-865CD793D379}"/>
              </a:ext>
            </a:extLst>
          </p:cNvPr>
          <p:cNvSpPr/>
          <p:nvPr/>
        </p:nvSpPr>
        <p:spPr>
          <a:xfrm>
            <a:off x="4815074" y="5452555"/>
            <a:ext cx="1974501" cy="452920"/>
          </a:xfrm>
          <a:prstGeom prst="rect">
            <a:avLst/>
          </a:prstGeom>
          <a:solidFill>
            <a:srgbClr val="262344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رمزگشایی متن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37051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38" grpId="0" animBg="1"/>
      <p:bldP spid="41" grpId="0" animBg="1"/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FFB952-030F-FB63-4467-A96DED2D7624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5C583CC-7579-9D6F-9B2D-F332353281D3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C615A9-F4CC-0A28-38E2-623EAC972A93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B88FA-9586-5A56-2283-047101C5EB80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B470B9-CDC5-1597-E9CB-F79CB78E5FF5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E46EF6-CC0B-8868-CD07-D729A5D00945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A91189-F5B4-3A35-EE58-B5EDD914070D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16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E44D8F58-5B04-0DC0-50EA-2FFC2AC51B94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3" name="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F346B579-5850-E406-79A8-F1239E7D03FA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4C52E2FD-020B-AAE4-BA97-39633C6DD8F5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37" name="Freeform: Shape 36">
            <a:hlinkClick r:id="rId4" action="ppaction://hlinksldjump"/>
            <a:extLst>
              <a:ext uri="{FF2B5EF4-FFF2-40B4-BE49-F238E27FC236}">
                <a16:creationId xmlns:a16="http://schemas.microsoft.com/office/drawing/2014/main" id="{D739A7B1-4C81-44F2-AD05-9705DA85002C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39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67AEB7A4-FEB0-6719-4A8D-92068D59849F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B4BC31-6BF5-D859-406E-083B87BD457A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F0028E-87FF-743D-B36A-0E569CC130C9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BD3816-769F-8954-7150-1EF83E587AE9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EFCD865-BC06-9014-CAFF-30D78ADB1D11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E04B9BD-DF1F-B23C-9572-54F4F18949E2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9AC002-6970-267D-3107-706FF5E0B7CC}"/>
              </a:ext>
            </a:extLst>
          </p:cNvPr>
          <p:cNvSpPr/>
          <p:nvPr/>
        </p:nvSpPr>
        <p:spPr>
          <a:xfrm>
            <a:off x="4788372" y="1728610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1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7ECBA8-E5F9-EB6B-0467-7350535CD2EE}"/>
              </a:ext>
            </a:extLst>
          </p:cNvPr>
          <p:cNvSpPr/>
          <p:nvPr/>
        </p:nvSpPr>
        <p:spPr>
          <a:xfrm>
            <a:off x="4788372" y="3400635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AD7587-C2FC-7D03-CB49-B15274114C66}"/>
              </a:ext>
            </a:extLst>
          </p:cNvPr>
          <p:cNvSpPr/>
          <p:nvPr/>
        </p:nvSpPr>
        <p:spPr>
          <a:xfrm>
            <a:off x="4798298" y="5554569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851DFD-8385-D22B-3D25-828B6FF24F10}"/>
              </a:ext>
            </a:extLst>
          </p:cNvPr>
          <p:cNvSpPr/>
          <p:nvPr/>
        </p:nvSpPr>
        <p:spPr>
          <a:xfrm>
            <a:off x="2255268" y="2755883"/>
            <a:ext cx="1920007" cy="14451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طرح تولید کلید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0663C5-5209-854B-C3FF-4596CC48D172}"/>
              </a:ext>
            </a:extLst>
          </p:cNvPr>
          <p:cNvSpPr/>
          <p:nvPr/>
        </p:nvSpPr>
        <p:spPr>
          <a:xfrm>
            <a:off x="2323968" y="3210606"/>
            <a:ext cx="1790029" cy="41648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کلید عمومی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ADF811-51B5-7817-6BF4-A2552CA8C634}"/>
              </a:ext>
            </a:extLst>
          </p:cNvPr>
          <p:cNvSpPr/>
          <p:nvPr/>
        </p:nvSpPr>
        <p:spPr>
          <a:xfrm>
            <a:off x="2323830" y="3685629"/>
            <a:ext cx="1790029" cy="416488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کلید خصوصی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34574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FFB952-030F-FB63-4467-A96DED2D7624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5C583CC-7579-9D6F-9B2D-F332353281D3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C615A9-F4CC-0A28-38E2-623EAC972A93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B88FA-9586-5A56-2283-047101C5EB80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B470B9-CDC5-1597-E9CB-F79CB78E5FF5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E46EF6-CC0B-8868-CD07-D729A5D00945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A91189-F5B4-3A35-EE58-B5EDD914070D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16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E44D8F58-5B04-0DC0-50EA-2FFC2AC51B94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3" name="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F346B579-5850-E406-79A8-F1239E7D03FA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4C52E2FD-020B-AAE4-BA97-39633C6DD8F5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37" name="Freeform: Shape 36">
            <a:hlinkClick r:id="rId4" action="ppaction://hlinksldjump"/>
            <a:extLst>
              <a:ext uri="{FF2B5EF4-FFF2-40B4-BE49-F238E27FC236}">
                <a16:creationId xmlns:a16="http://schemas.microsoft.com/office/drawing/2014/main" id="{D739A7B1-4C81-44F2-AD05-9705DA85002C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39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67AEB7A4-FEB0-6719-4A8D-92068D59849F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B4BC31-6BF5-D859-406E-083B87BD457A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F0028E-87FF-743D-B36A-0E569CC130C9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BD3816-769F-8954-7150-1EF83E587AE9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EFCD865-BC06-9014-CAFF-30D78ADB1D11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E04B9BD-DF1F-B23C-9572-54F4F18949E2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9AC002-6970-267D-3107-706FF5E0B7CC}"/>
              </a:ext>
            </a:extLst>
          </p:cNvPr>
          <p:cNvSpPr/>
          <p:nvPr/>
        </p:nvSpPr>
        <p:spPr>
          <a:xfrm>
            <a:off x="4788372" y="1728610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1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7ECBA8-E5F9-EB6B-0467-7350535CD2EE}"/>
              </a:ext>
            </a:extLst>
          </p:cNvPr>
          <p:cNvSpPr/>
          <p:nvPr/>
        </p:nvSpPr>
        <p:spPr>
          <a:xfrm>
            <a:off x="4788372" y="3400635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AD7587-C2FC-7D03-CB49-B15274114C66}"/>
              </a:ext>
            </a:extLst>
          </p:cNvPr>
          <p:cNvSpPr/>
          <p:nvPr/>
        </p:nvSpPr>
        <p:spPr>
          <a:xfrm>
            <a:off x="4798298" y="5554569"/>
            <a:ext cx="1974501" cy="45292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0663C5-5209-854B-C3FF-4596CC48D172}"/>
              </a:ext>
            </a:extLst>
          </p:cNvPr>
          <p:cNvSpPr/>
          <p:nvPr/>
        </p:nvSpPr>
        <p:spPr>
          <a:xfrm>
            <a:off x="4798298" y="2253592"/>
            <a:ext cx="1974501" cy="41648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کلید عمومی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ADF811-51B5-7817-6BF4-A2552CA8C634}"/>
              </a:ext>
            </a:extLst>
          </p:cNvPr>
          <p:cNvSpPr/>
          <p:nvPr/>
        </p:nvSpPr>
        <p:spPr>
          <a:xfrm>
            <a:off x="617703" y="4054841"/>
            <a:ext cx="1790029" cy="416488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کلید خصوصی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D75C8C-8EB3-D1FA-B66C-CE8A7E278350}"/>
              </a:ext>
            </a:extLst>
          </p:cNvPr>
          <p:cNvSpPr/>
          <p:nvPr/>
        </p:nvSpPr>
        <p:spPr>
          <a:xfrm>
            <a:off x="4793112" y="3920499"/>
            <a:ext cx="1974501" cy="41648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کلید عمومی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986E98-EDDB-D977-0B32-C9CFC9692EDC}"/>
              </a:ext>
            </a:extLst>
          </p:cNvPr>
          <p:cNvSpPr/>
          <p:nvPr/>
        </p:nvSpPr>
        <p:spPr>
          <a:xfrm>
            <a:off x="4783911" y="6073433"/>
            <a:ext cx="1974501" cy="41648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کلید عمومی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49774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FFB952-030F-FB63-4467-A96DED2D7624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5C583CC-7579-9D6F-9B2D-F332353281D3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C615A9-F4CC-0A28-38E2-623EAC972A93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B88FA-9586-5A56-2283-047101C5EB80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B470B9-CDC5-1597-E9CB-F79CB78E5FF5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E46EF6-CC0B-8868-CD07-D729A5D00945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A91189-F5B4-3A35-EE58-B5EDD914070D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16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E44D8F58-5B04-0DC0-50EA-2FFC2AC51B94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3" name="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F346B579-5850-E406-79A8-F1239E7D03FA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4C52E2FD-020B-AAE4-BA97-39633C6DD8F5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37" name="Freeform: Shape 36">
            <a:hlinkClick r:id="rId4" action="ppaction://hlinksldjump"/>
            <a:extLst>
              <a:ext uri="{FF2B5EF4-FFF2-40B4-BE49-F238E27FC236}">
                <a16:creationId xmlns:a16="http://schemas.microsoft.com/office/drawing/2014/main" id="{D739A7B1-4C81-44F2-AD05-9705DA85002C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39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67AEB7A4-FEB0-6719-4A8D-92068D59849F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B4BC31-6BF5-D859-406E-083B87BD457A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F0028E-87FF-743D-B36A-0E569CC130C9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BD3816-769F-8954-7150-1EF83E587AE9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EFCD865-BC06-9014-CAFF-30D78ADB1D11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E04B9BD-DF1F-B23C-9572-54F4F18949E2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9AC002-6970-267D-3107-706FF5E0B7CC}"/>
              </a:ext>
            </a:extLst>
          </p:cNvPr>
          <p:cNvSpPr/>
          <p:nvPr/>
        </p:nvSpPr>
        <p:spPr>
          <a:xfrm>
            <a:off x="4788372" y="1728610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1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ADF811-51B5-7817-6BF4-A2552CA8C634}"/>
              </a:ext>
            </a:extLst>
          </p:cNvPr>
          <p:cNvSpPr/>
          <p:nvPr/>
        </p:nvSpPr>
        <p:spPr>
          <a:xfrm>
            <a:off x="617703" y="4054841"/>
            <a:ext cx="1790029" cy="416488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کلید خصوصی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D7CC0C-9BF9-226F-957F-A29CB8D48A31}"/>
              </a:ext>
            </a:extLst>
          </p:cNvPr>
          <p:cNvSpPr/>
          <p:nvPr/>
        </p:nvSpPr>
        <p:spPr>
          <a:xfrm>
            <a:off x="4793112" y="3429000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2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1ABFB-8897-69F3-4A09-171A9E357F05}"/>
              </a:ext>
            </a:extLst>
          </p:cNvPr>
          <p:cNvSpPr/>
          <p:nvPr/>
        </p:nvSpPr>
        <p:spPr>
          <a:xfrm>
            <a:off x="4783911" y="5550706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n</a:t>
            </a:r>
            <a:endParaRPr lang="fa-IR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38AF4B90-C721-BF78-CE17-8D5E9FACC72E}"/>
              </a:ext>
            </a:extLst>
          </p:cNvPr>
          <p:cNvSpPr/>
          <p:nvPr/>
        </p:nvSpPr>
        <p:spPr>
          <a:xfrm>
            <a:off x="4139547" y="2081719"/>
            <a:ext cx="600836" cy="3928363"/>
          </a:xfrm>
          <a:prstGeom prst="leftBrace">
            <a:avLst>
              <a:gd name="adj1" fmla="val 63387"/>
              <a:gd name="adj2" fmla="val 35798"/>
            </a:avLst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CEE2FE-6CF4-230B-3845-8BB5BE940500}"/>
              </a:ext>
            </a:extLst>
          </p:cNvPr>
          <p:cNvSpPr/>
          <p:nvPr/>
        </p:nvSpPr>
        <p:spPr>
          <a:xfrm>
            <a:off x="3137056" y="2993944"/>
            <a:ext cx="1007279" cy="97733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تجمیع احتمالات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03083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FFB952-030F-FB63-4467-A96DED2D7624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5C583CC-7579-9D6F-9B2D-F332353281D3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C615A9-F4CC-0A28-38E2-623EAC972A93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481E7B-80A8-0969-F552-7BA1A1146D3C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C576D-A93D-D47A-8864-B1C718D2AD8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C58DF-BBA0-C093-1517-EB67E8B7CC21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5B88FA-9586-5A56-2283-047101C5EB80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B470B9-CDC5-1597-E9CB-F79CB78E5FF5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E46EF6-CC0B-8868-CD07-D729A5D00945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A91189-F5B4-3A35-EE58-B5EDD914070D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16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E44D8F58-5B04-0DC0-50EA-2FFC2AC51B94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3" name="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F346B579-5850-E406-79A8-F1239E7D03FA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4C52E2FD-020B-AAE4-BA97-39633C6DD8F5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37" name="Freeform: Shape 36">
            <a:hlinkClick r:id="rId4" action="ppaction://hlinksldjump"/>
            <a:extLst>
              <a:ext uri="{FF2B5EF4-FFF2-40B4-BE49-F238E27FC236}">
                <a16:creationId xmlns:a16="http://schemas.microsoft.com/office/drawing/2014/main" id="{D739A7B1-4C81-44F2-AD05-9705DA85002C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39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67AEB7A4-FEB0-6719-4A8D-92068D59849F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B4BC31-6BF5-D859-406E-083B87BD457A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F0028E-87FF-743D-B36A-0E569CC130C9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BD3816-769F-8954-7150-1EF83E587AE9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EFCD865-BC06-9014-CAFF-30D78ADB1D11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E04B9BD-DF1F-B23C-9572-54F4F18949E2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9AC002-6970-267D-3107-706FF5E0B7CC}"/>
              </a:ext>
            </a:extLst>
          </p:cNvPr>
          <p:cNvSpPr/>
          <p:nvPr/>
        </p:nvSpPr>
        <p:spPr>
          <a:xfrm>
            <a:off x="4788372" y="1728610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1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ADF811-51B5-7817-6BF4-A2552CA8C634}"/>
              </a:ext>
            </a:extLst>
          </p:cNvPr>
          <p:cNvSpPr/>
          <p:nvPr/>
        </p:nvSpPr>
        <p:spPr>
          <a:xfrm>
            <a:off x="3132268" y="4045900"/>
            <a:ext cx="1007279" cy="416488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dirty="0">
                <a:latin typeface="Vazir Light FD" panose="020B0604020202020204" charset="-78"/>
                <a:cs typeface="Vazir Light FD" panose="020B0604020202020204" charset="-78"/>
              </a:rPr>
              <a:t>کلید خصوصی</a:t>
            </a:r>
            <a:endParaRPr lang="en-US" sz="1200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D7CC0C-9BF9-226F-957F-A29CB8D48A31}"/>
              </a:ext>
            </a:extLst>
          </p:cNvPr>
          <p:cNvSpPr/>
          <p:nvPr/>
        </p:nvSpPr>
        <p:spPr>
          <a:xfrm>
            <a:off x="4793112" y="3429000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2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1ABFB-8897-69F3-4A09-171A9E357F05}"/>
              </a:ext>
            </a:extLst>
          </p:cNvPr>
          <p:cNvSpPr/>
          <p:nvPr/>
        </p:nvSpPr>
        <p:spPr>
          <a:xfrm>
            <a:off x="4783911" y="5550706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n</a:t>
            </a:r>
            <a:endParaRPr lang="fa-IR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38AF4B90-C721-BF78-CE17-8D5E9FACC72E}"/>
              </a:ext>
            </a:extLst>
          </p:cNvPr>
          <p:cNvSpPr/>
          <p:nvPr/>
        </p:nvSpPr>
        <p:spPr>
          <a:xfrm>
            <a:off x="4139547" y="2081719"/>
            <a:ext cx="600836" cy="3928363"/>
          </a:xfrm>
          <a:prstGeom prst="leftBrace">
            <a:avLst>
              <a:gd name="adj1" fmla="val 63387"/>
              <a:gd name="adj2" fmla="val 35798"/>
            </a:avLst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CEE2FE-6CF4-230B-3845-8BB5BE940500}"/>
              </a:ext>
            </a:extLst>
          </p:cNvPr>
          <p:cNvSpPr/>
          <p:nvPr/>
        </p:nvSpPr>
        <p:spPr>
          <a:xfrm>
            <a:off x="3137056" y="2993944"/>
            <a:ext cx="1007279" cy="97733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تجمیع احتمالات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0F48B2C-DDFD-9A52-FC8F-B1AA9058A460}"/>
              </a:ext>
            </a:extLst>
          </p:cNvPr>
          <p:cNvCxnSpPr>
            <a:cxnSpLocks/>
            <a:stCxn id="11" idx="2"/>
            <a:endCxn id="17" idx="3"/>
          </p:cNvCxnSpPr>
          <p:nvPr/>
        </p:nvCxnSpPr>
        <p:spPr>
          <a:xfrm rot="5400000">
            <a:off x="3002320" y="4869274"/>
            <a:ext cx="1040474" cy="22670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69DEED-DF11-A718-5776-77D477EA07E9}"/>
              </a:ext>
            </a:extLst>
          </p:cNvPr>
          <p:cNvSpPr/>
          <p:nvPr/>
        </p:nvSpPr>
        <p:spPr>
          <a:xfrm>
            <a:off x="1756230" y="5253574"/>
            <a:ext cx="1652976" cy="49857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dirty="0">
                <a:latin typeface="Vazir Light FD" panose="020B0604020202020204" charset="-78"/>
                <a:cs typeface="Vazir Light FD" panose="020B0604020202020204" charset="-78"/>
              </a:rPr>
              <a:t>رمزگشایی</a:t>
            </a:r>
            <a:endParaRPr lang="en-US" sz="2000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372520D-E393-502E-DF66-FCAE2F14511E}"/>
              </a:ext>
            </a:extLst>
          </p:cNvPr>
          <p:cNvCxnSpPr>
            <a:cxnSpLocks/>
            <a:stCxn id="17" idx="1"/>
            <a:endCxn id="12" idx="2"/>
          </p:cNvCxnSpPr>
          <p:nvPr/>
        </p:nvCxnSpPr>
        <p:spPr>
          <a:xfrm rot="10800000">
            <a:off x="1587888" y="3939814"/>
            <a:ext cx="168343" cy="156304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935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2A56A-DB38-E8F3-ACC2-95EB062EE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B3F1AC3-34E7-7AAE-7E94-08F160ABDC15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Vazir Light FD\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FE8B59A-19AF-A7A7-3CEB-DF11A8AE5EC3}"/>
              </a:ext>
            </a:extLst>
          </p:cNvPr>
          <p:cNvSpPr/>
          <p:nvPr/>
        </p:nvSpPr>
        <p:spPr>
          <a:xfrm rot="16200000">
            <a:off x="7532888" y="200764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CE73C7E-5EB0-5D62-6DAD-F5122DF1E864}"/>
              </a:ext>
            </a:extLst>
          </p:cNvPr>
          <p:cNvSpPr/>
          <p:nvPr/>
        </p:nvSpPr>
        <p:spPr>
          <a:xfrm rot="16200000">
            <a:off x="7572217" y="4133596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4067C7-D4CA-39DB-7E2E-38F922CD730C}"/>
              </a:ext>
            </a:extLst>
          </p:cNvPr>
          <p:cNvSpPr/>
          <p:nvPr/>
        </p:nvSpPr>
        <p:spPr>
          <a:xfrm rot="16200000">
            <a:off x="7535029" y="307637"/>
            <a:ext cx="1600301" cy="293489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کلاینت 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2DC683B-281E-AFB5-944A-76830AE60960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D106C80-1D78-5051-84B1-31328B8237A4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latin typeface="Vazir Light FD\"/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503E6043-8922-14AF-FD8D-59E52F9B9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BD55C7-B746-B849-70C2-22D7B0E75130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Vazir Light FD\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3" action="ppaction://hlinksldjump"/>
            <a:extLst>
              <a:ext uri="{FF2B5EF4-FFF2-40B4-BE49-F238E27FC236}">
                <a16:creationId xmlns:a16="http://schemas.microsoft.com/office/drawing/2014/main" id="{32348A2A-7809-0337-7C70-A7620ADF6CA8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3" action="ppaction://hlinksldjump"/>
            <a:extLst>
              <a:ext uri="{FF2B5EF4-FFF2-40B4-BE49-F238E27FC236}">
                <a16:creationId xmlns:a16="http://schemas.microsoft.com/office/drawing/2014/main" id="{A25B3942-4C56-9765-86BC-7CC729EEFC9B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Vazir Light FD\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69C618-2994-E59B-06A5-1AA400EDC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Vazir Light FD\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BEDB66-D676-A089-6EB8-51830A892A04}"/>
              </a:ext>
            </a:extLst>
          </p:cNvPr>
          <p:cNvSpPr/>
          <p:nvPr/>
        </p:nvSpPr>
        <p:spPr>
          <a:xfrm>
            <a:off x="1130687" y="302541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C1D203-3651-0D8D-A50F-9C88D447FEB9}"/>
              </a:ext>
            </a:extLst>
          </p:cNvPr>
          <p:cNvSpPr/>
          <p:nvPr/>
        </p:nvSpPr>
        <p:spPr>
          <a:xfrm>
            <a:off x="7305513" y="104607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48FE4F-F9CD-B110-FE62-2FB75355A9C7}"/>
              </a:ext>
            </a:extLst>
          </p:cNvPr>
          <p:cNvSpPr/>
          <p:nvPr/>
        </p:nvSpPr>
        <p:spPr>
          <a:xfrm>
            <a:off x="7305513" y="1805336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محلی1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1B64C09-B2AA-1672-D4D8-F9AE1D83DCFE}"/>
              </a:ext>
            </a:extLst>
          </p:cNvPr>
          <p:cNvSpPr/>
          <p:nvPr/>
        </p:nvSpPr>
        <p:spPr>
          <a:xfrm>
            <a:off x="7262864" y="2755883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14EE3DC-2C02-6EF5-A842-58B731FDFE36}"/>
              </a:ext>
            </a:extLst>
          </p:cNvPr>
          <p:cNvSpPr/>
          <p:nvPr/>
        </p:nvSpPr>
        <p:spPr>
          <a:xfrm>
            <a:off x="7262864" y="3506087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محلی2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B0ADE82-DF48-B009-4C31-09F226475FC0}"/>
              </a:ext>
            </a:extLst>
          </p:cNvPr>
          <p:cNvSpPr/>
          <p:nvPr/>
        </p:nvSpPr>
        <p:spPr>
          <a:xfrm>
            <a:off x="7371509" y="4855762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مدل یادگیری ماشین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66FA376-D04C-7365-DC9F-CF62A7F01DCE}"/>
              </a:ext>
            </a:extLst>
          </p:cNvPr>
          <p:cNvSpPr/>
          <p:nvPr/>
        </p:nvSpPr>
        <p:spPr>
          <a:xfrm>
            <a:off x="7371509" y="5626519"/>
            <a:ext cx="2354093" cy="6949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مجموعه داده محلی</a:t>
            </a:r>
            <a:r>
              <a:rPr lang="en-US" dirty="0">
                <a:latin typeface="Vazir Light FD" panose="020B0604020202020204" charset="-78"/>
                <a:cs typeface="Vazir Light FD" panose="020B0604020202020204" charset="-78"/>
              </a:rPr>
              <a:t>n </a:t>
            </a:r>
          </a:p>
        </p:txBody>
      </p:sp>
      <p:sp>
        <p:nvSpPr>
          <p:cNvPr id="16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F57436A0-650F-E143-415D-95087F1186C6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3" name="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212E865D-5595-2F72-9780-1A5BD7B6B753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96CEA5AD-EF5B-95C2-7CD5-7695E34535B3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37" name="Freeform: Shape 36">
            <a:hlinkClick r:id="rId4" action="ppaction://hlinksldjump"/>
            <a:extLst>
              <a:ext uri="{FF2B5EF4-FFF2-40B4-BE49-F238E27FC236}">
                <a16:creationId xmlns:a16="http://schemas.microsoft.com/office/drawing/2014/main" id="{8B034730-F70F-8506-0604-130BB24C9950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39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092B413D-6BF0-FCB5-1845-B6C93E58D452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853D05D-4EF8-D7C8-09A1-7164DE75F05B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5C817B6-36F1-CDDC-82C9-6BB81CE4F5F3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23339B-2D8E-17C9-BA7A-D52297037883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F005256-2A3C-1225-E30C-591A4745ECFF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73C3339-0FC5-0C35-6278-7347FCBF5A80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D1AF01-30FA-4ED8-458D-37294E817773}"/>
              </a:ext>
            </a:extLst>
          </p:cNvPr>
          <p:cNvSpPr/>
          <p:nvPr/>
        </p:nvSpPr>
        <p:spPr>
          <a:xfrm>
            <a:off x="4788372" y="1728610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1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A51B13-DCB6-8427-C862-4B55C2A05F4C}"/>
              </a:ext>
            </a:extLst>
          </p:cNvPr>
          <p:cNvSpPr/>
          <p:nvPr/>
        </p:nvSpPr>
        <p:spPr>
          <a:xfrm>
            <a:off x="3132268" y="4045900"/>
            <a:ext cx="1007279" cy="416488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dirty="0">
                <a:latin typeface="Vazir Light FD" panose="020B0604020202020204" charset="-78"/>
                <a:cs typeface="Vazir Light FD" panose="020B0604020202020204" charset="-78"/>
              </a:rPr>
              <a:t>کلید خصوصی</a:t>
            </a:r>
            <a:endParaRPr lang="en-US" sz="1200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21E430-4ECB-D3AF-FD5E-1ACAE4A72AF5}"/>
              </a:ext>
            </a:extLst>
          </p:cNvPr>
          <p:cNvSpPr/>
          <p:nvPr/>
        </p:nvSpPr>
        <p:spPr>
          <a:xfrm>
            <a:off x="4793112" y="3429000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2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239315-14C8-AF78-9CE4-7AAD5677D759}"/>
              </a:ext>
            </a:extLst>
          </p:cNvPr>
          <p:cNvSpPr/>
          <p:nvPr/>
        </p:nvSpPr>
        <p:spPr>
          <a:xfrm>
            <a:off x="4783911" y="5550706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n</a:t>
            </a:r>
            <a:endParaRPr lang="fa-IR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015A71F8-C249-4F1E-3B3D-6579C2BCAA6E}"/>
              </a:ext>
            </a:extLst>
          </p:cNvPr>
          <p:cNvSpPr/>
          <p:nvPr/>
        </p:nvSpPr>
        <p:spPr>
          <a:xfrm>
            <a:off x="4139547" y="2081719"/>
            <a:ext cx="600836" cy="3928363"/>
          </a:xfrm>
          <a:prstGeom prst="leftBrace">
            <a:avLst>
              <a:gd name="adj1" fmla="val 63387"/>
              <a:gd name="adj2" fmla="val 35798"/>
            </a:avLst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76026C-B728-3E73-C889-70F8F243ACAE}"/>
              </a:ext>
            </a:extLst>
          </p:cNvPr>
          <p:cNvSpPr/>
          <p:nvPr/>
        </p:nvSpPr>
        <p:spPr>
          <a:xfrm>
            <a:off x="3137056" y="2993944"/>
            <a:ext cx="1007279" cy="97733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تجمیع احتمالات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94A699B-5AC1-DDCC-220D-E7E56A0A5025}"/>
              </a:ext>
            </a:extLst>
          </p:cNvPr>
          <p:cNvCxnSpPr>
            <a:cxnSpLocks/>
            <a:stCxn id="11" idx="2"/>
            <a:endCxn id="17" idx="3"/>
          </p:cNvCxnSpPr>
          <p:nvPr/>
        </p:nvCxnSpPr>
        <p:spPr>
          <a:xfrm rot="5400000">
            <a:off x="3002320" y="4869274"/>
            <a:ext cx="1040474" cy="22670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56AACF4-9536-87D3-158B-3327DB405F6D}"/>
              </a:ext>
            </a:extLst>
          </p:cNvPr>
          <p:cNvSpPr/>
          <p:nvPr/>
        </p:nvSpPr>
        <p:spPr>
          <a:xfrm>
            <a:off x="1756230" y="5253574"/>
            <a:ext cx="1652976" cy="49857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dirty="0">
                <a:latin typeface="Vazir Light FD" panose="020B0604020202020204" charset="-78"/>
                <a:cs typeface="Vazir Light FD" panose="020B0604020202020204" charset="-78"/>
              </a:rPr>
              <a:t>رمزگشایی</a:t>
            </a:r>
            <a:endParaRPr lang="en-US" sz="2000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D83ECBD-5F77-2ADA-B146-43E82558F109}"/>
              </a:ext>
            </a:extLst>
          </p:cNvPr>
          <p:cNvCxnSpPr>
            <a:cxnSpLocks/>
            <a:stCxn id="17" idx="1"/>
            <a:endCxn id="12" idx="2"/>
          </p:cNvCxnSpPr>
          <p:nvPr/>
        </p:nvCxnSpPr>
        <p:spPr>
          <a:xfrm rot="10800000">
            <a:off x="1587888" y="3939814"/>
            <a:ext cx="168343" cy="156304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82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1291765" y="1280473"/>
            <a:ext cx="9608457" cy="4297054"/>
          </a:xfrm>
          <a:prstGeom prst="roundRect">
            <a:avLst>
              <a:gd name="adj" fmla="val 1309"/>
            </a:avLst>
          </a:prstGeom>
          <a:solidFill>
            <a:srgbClr val="262344"/>
          </a:solidFill>
          <a:ln>
            <a:solidFill>
              <a:srgbClr val="262344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2E3265-0067-49BB-B185-6A88ADF64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7297" y="2317953"/>
            <a:ext cx="6690269" cy="1201095"/>
          </a:xfrm>
        </p:spPr>
        <p:txBody>
          <a:bodyPr>
            <a:noAutofit/>
          </a:bodyPr>
          <a:lstStyle/>
          <a:p>
            <a:r>
              <a:rPr lang="fa-IR" sz="66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عنوان فصل چهارم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BBA44A2-354B-4CA5-BA07-20E9E168A8A9}"/>
              </a:ext>
            </a:extLst>
          </p:cNvPr>
          <p:cNvSpPr/>
          <p:nvPr/>
        </p:nvSpPr>
        <p:spPr>
          <a:xfrm>
            <a:off x="5554715" y="1035310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cs typeface="B Titr" panose="00000700000000000000" pitchFamily="2" charset="-78"/>
            </a:endParaRPr>
          </a:p>
        </p:txBody>
      </p:sp>
      <p:pic>
        <p:nvPicPr>
          <p:cNvPr id="21" name="Graphic 20" descr="Home">
            <a:extLst>
              <a:ext uri="{FF2B5EF4-FFF2-40B4-BE49-F238E27FC236}">
                <a16:creationId xmlns:a16="http://schemas.microsoft.com/office/drawing/2014/main" id="{445AD03F-DC12-4E8D-81B6-7B74D49A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1400" y="1048873"/>
            <a:ext cx="389195" cy="389195"/>
          </a:xfrm>
          <a:prstGeom prst="rect">
            <a:avLst/>
          </a:prstGeom>
        </p:spPr>
      </p:pic>
      <p:sp>
        <p:nvSpPr>
          <p:cNvPr id="29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FF3AFF16-998E-4019-8AB5-D18BC8C43CB0}"/>
              </a:ext>
            </a:extLst>
          </p:cNvPr>
          <p:cNvSpPr/>
          <p:nvPr/>
        </p:nvSpPr>
        <p:spPr>
          <a:xfrm flipH="1">
            <a:off x="12228020" y="1348992"/>
            <a:ext cx="2127509" cy="57939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0" name="Freeform: Shape 29">
            <a:hlinkClick r:id="rId3" action="ppaction://hlinksldjump"/>
            <a:extLst>
              <a:ext uri="{FF2B5EF4-FFF2-40B4-BE49-F238E27FC236}">
                <a16:creationId xmlns:a16="http://schemas.microsoft.com/office/drawing/2014/main" id="{5E169015-33E8-4D36-9AE6-2B6696A95EB9}"/>
              </a:ext>
            </a:extLst>
          </p:cNvPr>
          <p:cNvSpPr/>
          <p:nvPr/>
        </p:nvSpPr>
        <p:spPr>
          <a:xfrm flipH="1">
            <a:off x="12228020" y="2252344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E06BC56-4CDB-4893-8542-BABB3D350A0C}"/>
              </a:ext>
            </a:extLst>
          </p:cNvPr>
          <p:cNvSpPr/>
          <p:nvPr/>
        </p:nvSpPr>
        <p:spPr>
          <a:xfrm flipH="1">
            <a:off x="12228020" y="3155696"/>
            <a:ext cx="2127510" cy="57939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40" name="Freeform: Shape 39">
            <a:hlinkClick r:id="rId4" action="ppaction://hlinksldjump"/>
            <a:extLst>
              <a:ext uri="{FF2B5EF4-FFF2-40B4-BE49-F238E27FC236}">
                <a16:creationId xmlns:a16="http://schemas.microsoft.com/office/drawing/2014/main" id="{AB6D9056-2C7E-4A84-9224-CA946D9C7395}"/>
              </a:ext>
            </a:extLst>
          </p:cNvPr>
          <p:cNvSpPr/>
          <p:nvPr/>
        </p:nvSpPr>
        <p:spPr>
          <a:xfrm flipH="1">
            <a:off x="12228020" y="4059048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41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04703027-9E90-45AC-8F53-1570CFC00486}"/>
              </a:ext>
            </a:extLst>
          </p:cNvPr>
          <p:cNvSpPr/>
          <p:nvPr/>
        </p:nvSpPr>
        <p:spPr>
          <a:xfrm flipH="1">
            <a:off x="12205754" y="4962400"/>
            <a:ext cx="2127509" cy="57939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E6B9C04-DB38-4FC5-933F-3F77469B3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34" y="3764211"/>
            <a:ext cx="6772332" cy="1201095"/>
          </a:xfrm>
        </p:spPr>
        <p:txBody>
          <a:bodyPr>
            <a:normAutofit fontScale="55000" lnSpcReduction="20000"/>
          </a:bodyPr>
          <a:lstStyle/>
          <a:p>
            <a:pPr rtl="1">
              <a:lnSpc>
                <a:spcPct val="170000"/>
              </a:lnSpc>
            </a:pPr>
            <a:r>
              <a:rPr lang="fa-IR" dirty="0">
                <a:solidFill>
                  <a:schemeClr val="bg1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باشد.</a:t>
            </a:r>
          </a:p>
        </p:txBody>
      </p:sp>
      <p:sp>
        <p:nvSpPr>
          <p:cNvPr id="18" name="Arrow: Chevron 17">
            <a:hlinkClick r:id="rId3" action="ppaction://hlinksldjump"/>
            <a:extLst>
              <a:ext uri="{FF2B5EF4-FFF2-40B4-BE49-F238E27FC236}">
                <a16:creationId xmlns:a16="http://schemas.microsoft.com/office/drawing/2014/main" id="{41A475B3-8E5C-4641-BAFC-7F8BC4ECF8A8}"/>
              </a:ext>
            </a:extLst>
          </p:cNvPr>
          <p:cNvSpPr/>
          <p:nvPr/>
        </p:nvSpPr>
        <p:spPr>
          <a:xfrm>
            <a:off x="6595552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9" name="Arrow: Chevron 18">
            <a:hlinkClick r:id="rId3" action="ppaction://hlinksldjump"/>
            <a:extLst>
              <a:ext uri="{FF2B5EF4-FFF2-40B4-BE49-F238E27FC236}">
                <a16:creationId xmlns:a16="http://schemas.microsoft.com/office/drawing/2014/main" id="{CE860113-49CB-4A22-8158-531621CFB468}"/>
              </a:ext>
            </a:extLst>
          </p:cNvPr>
          <p:cNvSpPr/>
          <p:nvPr/>
        </p:nvSpPr>
        <p:spPr>
          <a:xfrm flipH="1">
            <a:off x="5249766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DFE6EF0-0437-48F0-A5BB-EB56C47D268F}"/>
              </a:ext>
            </a:extLst>
          </p:cNvPr>
          <p:cNvSpPr/>
          <p:nvPr/>
        </p:nvSpPr>
        <p:spPr>
          <a:xfrm>
            <a:off x="5554818" y="5337033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9C925-628A-B7FE-8B77-5494D21C5CAF}"/>
              </a:ext>
            </a:extLst>
          </p:cNvPr>
          <p:cNvSpPr txBox="1"/>
          <p:nvPr/>
        </p:nvSpPr>
        <p:spPr>
          <a:xfrm>
            <a:off x="5742961" y="5419805"/>
            <a:ext cx="706272" cy="4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400" kern="12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13771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3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4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12</a:t>
            </a:r>
          </a:p>
        </p:txBody>
      </p:sp>
      <p:sp>
        <p:nvSpPr>
          <p:cNvPr id="6" name="Arrow: Chevron 5">
            <a:hlinkClick r:id="rId2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2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1C2C8C-3FC5-FDE6-0302-D2E68CA65B12}"/>
              </a:ext>
            </a:extLst>
          </p:cNvPr>
          <p:cNvSpPr/>
          <p:nvPr/>
        </p:nvSpPr>
        <p:spPr>
          <a:xfrm>
            <a:off x="1321463" y="263969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1B3A7D-57FA-EE6D-F717-FB17F38CD651}"/>
              </a:ext>
            </a:extLst>
          </p:cNvPr>
          <p:cNvSpPr/>
          <p:nvPr/>
        </p:nvSpPr>
        <p:spPr>
          <a:xfrm>
            <a:off x="7695474" y="1396503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1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EA7939-E07D-57FE-FA2C-141A528A68DD}"/>
              </a:ext>
            </a:extLst>
          </p:cNvPr>
          <p:cNvSpPr/>
          <p:nvPr/>
        </p:nvSpPr>
        <p:spPr>
          <a:xfrm>
            <a:off x="808035" y="3846814"/>
            <a:ext cx="1790029" cy="416488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کلید خصوصی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E8CAC5-FAF3-F54C-7B69-BE1D7EE80A43}"/>
              </a:ext>
            </a:extLst>
          </p:cNvPr>
          <p:cNvSpPr/>
          <p:nvPr/>
        </p:nvSpPr>
        <p:spPr>
          <a:xfrm>
            <a:off x="7700214" y="3096893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2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3D4419-53AC-E3C3-4B82-C979BD16D172}"/>
              </a:ext>
            </a:extLst>
          </p:cNvPr>
          <p:cNvSpPr/>
          <p:nvPr/>
        </p:nvSpPr>
        <p:spPr>
          <a:xfrm>
            <a:off x="7691013" y="5218599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n</a:t>
            </a:r>
            <a:endParaRPr lang="fa-IR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D7CDA99C-CA25-747B-3F21-E5248EB0CA9D}"/>
              </a:ext>
            </a:extLst>
          </p:cNvPr>
          <p:cNvSpPr/>
          <p:nvPr/>
        </p:nvSpPr>
        <p:spPr>
          <a:xfrm>
            <a:off x="7046649" y="1749612"/>
            <a:ext cx="600836" cy="3928363"/>
          </a:xfrm>
          <a:prstGeom prst="leftBrace">
            <a:avLst>
              <a:gd name="adj1" fmla="val 63387"/>
              <a:gd name="adj2" fmla="val 35798"/>
            </a:avLst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C4515A-FAC0-EA62-343B-E0D5FA98D602}"/>
              </a:ext>
            </a:extLst>
          </p:cNvPr>
          <p:cNvSpPr/>
          <p:nvPr/>
        </p:nvSpPr>
        <p:spPr>
          <a:xfrm>
            <a:off x="6044158" y="2661837"/>
            <a:ext cx="1007279" cy="97733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احتمالات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272A0F-B786-3B98-0542-B503356D889F}"/>
              </a:ext>
            </a:extLst>
          </p:cNvPr>
          <p:cNvSpPr/>
          <p:nvPr/>
        </p:nvSpPr>
        <p:spPr>
          <a:xfrm>
            <a:off x="7700214" y="2221625"/>
            <a:ext cx="1974501" cy="3651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پکیج امضا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7FFF7C-F612-D7C8-9F55-19C97B0003AF}"/>
              </a:ext>
            </a:extLst>
          </p:cNvPr>
          <p:cNvSpPr/>
          <p:nvPr/>
        </p:nvSpPr>
        <p:spPr>
          <a:xfrm>
            <a:off x="7700214" y="3941066"/>
            <a:ext cx="1974501" cy="3651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پکیج امضا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382280-8FB8-C4C2-E040-D7E3E70341A7}"/>
              </a:ext>
            </a:extLst>
          </p:cNvPr>
          <p:cNvSpPr/>
          <p:nvPr/>
        </p:nvSpPr>
        <p:spPr>
          <a:xfrm>
            <a:off x="7691012" y="6055743"/>
            <a:ext cx="1974501" cy="3651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پکیج امضا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3CBE5A-DE94-F641-73E3-5C3DD2F57D67}"/>
              </a:ext>
            </a:extLst>
          </p:cNvPr>
          <p:cNvSpPr/>
          <p:nvPr/>
        </p:nvSpPr>
        <p:spPr>
          <a:xfrm>
            <a:off x="5038457" y="2659003"/>
            <a:ext cx="1007279" cy="97733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امضاع‌ها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128A2AF3-DF08-4D2D-6268-E8579CDAEBE6}"/>
              </a:ext>
            </a:extLst>
          </p:cNvPr>
          <p:cNvSpPr/>
          <p:nvPr/>
        </p:nvSpPr>
        <p:spPr>
          <a:xfrm>
            <a:off x="2512076" y="2659003"/>
            <a:ext cx="2249723" cy="90585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dirty="0">
                <a:latin typeface="Vazir Light FD" panose="020B0604020202020204" charset="-78"/>
                <a:cs typeface="Vazir Light FD" panose="020B0604020202020204" charset="-78"/>
              </a:rPr>
              <a:t>صحت‌سنجی امضاها</a:t>
            </a:r>
            <a:endParaRPr lang="en-US" sz="1600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56624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3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4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12</a:t>
            </a:r>
          </a:p>
        </p:txBody>
      </p:sp>
      <p:sp>
        <p:nvSpPr>
          <p:cNvPr id="6" name="Arrow: Chevron 5">
            <a:hlinkClick r:id="rId2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2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طرح تکاملی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1C2C8C-3FC5-FDE6-0302-D2E68CA65B12}"/>
              </a:ext>
            </a:extLst>
          </p:cNvPr>
          <p:cNvSpPr/>
          <p:nvPr/>
        </p:nvSpPr>
        <p:spPr>
          <a:xfrm>
            <a:off x="1321463" y="2639693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latin typeface="Vazir Light FD" panose="020B0604020202020204" charset="-78"/>
                <a:cs typeface="Vazir Light FD" panose="020B0604020202020204" charset="-78"/>
              </a:rPr>
              <a:t>کابر</a:t>
            </a:r>
            <a:endParaRPr lang="en-US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1B3A7D-57FA-EE6D-F717-FB17F38CD651}"/>
              </a:ext>
            </a:extLst>
          </p:cNvPr>
          <p:cNvSpPr/>
          <p:nvPr/>
        </p:nvSpPr>
        <p:spPr>
          <a:xfrm>
            <a:off x="7695474" y="1396503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1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E8CAC5-FAF3-F54C-7B69-BE1D7EE80A43}"/>
              </a:ext>
            </a:extLst>
          </p:cNvPr>
          <p:cNvSpPr/>
          <p:nvPr/>
        </p:nvSpPr>
        <p:spPr>
          <a:xfrm>
            <a:off x="7700214" y="3096893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2</a:t>
            </a: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3D4419-53AC-E3C3-4B82-C979BD16D172}"/>
              </a:ext>
            </a:extLst>
          </p:cNvPr>
          <p:cNvSpPr/>
          <p:nvPr/>
        </p:nvSpPr>
        <p:spPr>
          <a:xfrm>
            <a:off x="7691013" y="5218599"/>
            <a:ext cx="1974501" cy="771670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خروجی احتمالاتی </a:t>
            </a:r>
            <a:r>
              <a:rPr lang="en-US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n</a:t>
            </a:r>
            <a:endParaRPr lang="fa-IR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  <a:p>
            <a:pPr algn="ctr" rtl="1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به صورت رمز شده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D7CDA99C-CA25-747B-3F21-E5248EB0CA9D}"/>
              </a:ext>
            </a:extLst>
          </p:cNvPr>
          <p:cNvSpPr/>
          <p:nvPr/>
        </p:nvSpPr>
        <p:spPr>
          <a:xfrm>
            <a:off x="7046649" y="1749612"/>
            <a:ext cx="600836" cy="3928363"/>
          </a:xfrm>
          <a:prstGeom prst="leftBrace">
            <a:avLst>
              <a:gd name="adj1" fmla="val 63387"/>
              <a:gd name="adj2" fmla="val 35798"/>
            </a:avLst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C4515A-FAC0-EA62-343B-E0D5FA98D602}"/>
              </a:ext>
            </a:extLst>
          </p:cNvPr>
          <p:cNvSpPr/>
          <p:nvPr/>
        </p:nvSpPr>
        <p:spPr>
          <a:xfrm>
            <a:off x="6044158" y="2661837"/>
            <a:ext cx="1007279" cy="97733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احتمالات معتبر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272A0F-B786-3B98-0542-B503356D889F}"/>
              </a:ext>
            </a:extLst>
          </p:cNvPr>
          <p:cNvSpPr/>
          <p:nvPr/>
        </p:nvSpPr>
        <p:spPr>
          <a:xfrm>
            <a:off x="7700214" y="2221625"/>
            <a:ext cx="1974501" cy="3651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پکیج امضا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7FFF7C-F612-D7C8-9F55-19C97B0003AF}"/>
              </a:ext>
            </a:extLst>
          </p:cNvPr>
          <p:cNvSpPr/>
          <p:nvPr/>
        </p:nvSpPr>
        <p:spPr>
          <a:xfrm>
            <a:off x="7700214" y="3941066"/>
            <a:ext cx="1974501" cy="3651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پکیج امضا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382280-8FB8-C4C2-E040-D7E3E70341A7}"/>
              </a:ext>
            </a:extLst>
          </p:cNvPr>
          <p:cNvSpPr/>
          <p:nvPr/>
        </p:nvSpPr>
        <p:spPr>
          <a:xfrm>
            <a:off x="7691012" y="6055743"/>
            <a:ext cx="1974501" cy="3651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bg1"/>
                </a:solidFill>
                <a:latin typeface="Vazir Light FD" panose="020B0604020202020204" charset="-78"/>
                <a:cs typeface="Vazir Light FD" panose="020B0604020202020204" charset="-78"/>
              </a:rPr>
              <a:t>پکیج امضا</a:t>
            </a:r>
            <a:endParaRPr lang="en-US" dirty="0">
              <a:solidFill>
                <a:schemeClr val="bg1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45BB22-C62B-2907-4B04-8817D7CEC0C7}"/>
              </a:ext>
            </a:extLst>
          </p:cNvPr>
          <p:cNvSpPr/>
          <p:nvPr/>
        </p:nvSpPr>
        <p:spPr>
          <a:xfrm>
            <a:off x="4527953" y="3746473"/>
            <a:ext cx="1007279" cy="416488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dirty="0">
                <a:latin typeface="Vazir Light FD" panose="020B0604020202020204" charset="-78"/>
                <a:cs typeface="Vazir Light FD" panose="020B0604020202020204" charset="-78"/>
              </a:rPr>
              <a:t>کلید خصوصی</a:t>
            </a:r>
            <a:endParaRPr lang="en-US" sz="1200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905A2-14C0-DFF8-4AB8-4BD94C12AD08}"/>
              </a:ext>
            </a:extLst>
          </p:cNvPr>
          <p:cNvSpPr/>
          <p:nvPr/>
        </p:nvSpPr>
        <p:spPr>
          <a:xfrm>
            <a:off x="4537265" y="2683702"/>
            <a:ext cx="1007279" cy="977337"/>
          </a:xfrm>
          <a:prstGeom prst="rect">
            <a:avLst/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srgbClr val="000000"/>
                </a:solidFill>
                <a:latin typeface="Vazir Light FD" panose="020B0604020202020204" charset="-78"/>
                <a:cs typeface="Vazir Light FD" panose="020B0604020202020204" charset="-78"/>
              </a:rPr>
              <a:t>تجمیع احتمالات</a:t>
            </a:r>
            <a:endParaRPr lang="en-US" dirty="0">
              <a:solidFill>
                <a:srgbClr val="000000"/>
              </a:solidFill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EAF3894-73BB-395A-4E49-65B82EF7A653}"/>
              </a:ext>
            </a:extLst>
          </p:cNvPr>
          <p:cNvCxnSpPr>
            <a:cxnSpLocks/>
            <a:stCxn id="8" idx="2"/>
            <a:endCxn id="26" idx="3"/>
          </p:cNvCxnSpPr>
          <p:nvPr/>
        </p:nvCxnSpPr>
        <p:spPr>
          <a:xfrm rot="5400000">
            <a:off x="4075570" y="4262576"/>
            <a:ext cx="1055638" cy="8564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8E8C4C1-DE63-1F48-AD2E-BBF86C9CA8DC}"/>
              </a:ext>
            </a:extLst>
          </p:cNvPr>
          <p:cNvSpPr/>
          <p:nvPr/>
        </p:nvSpPr>
        <p:spPr>
          <a:xfrm>
            <a:off x="2522209" y="4969311"/>
            <a:ext cx="1652976" cy="49857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dirty="0">
                <a:latin typeface="Vazir Light FD" panose="020B0604020202020204" charset="-78"/>
                <a:cs typeface="Vazir Light FD" panose="020B0604020202020204" charset="-78"/>
              </a:rPr>
              <a:t>رمزگشایی</a:t>
            </a:r>
            <a:endParaRPr lang="en-US" sz="2000" dirty="0">
              <a:latin typeface="Vazir Light FD" panose="020B0604020202020204" charset="-78"/>
              <a:cs typeface="Vazir Light FD" panose="020B0604020202020204" charset="-78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9C198EB-5DA3-8D72-51DA-2056D9AE5345}"/>
              </a:ext>
            </a:extLst>
          </p:cNvPr>
          <p:cNvCxnSpPr>
            <a:cxnSpLocks/>
            <a:stCxn id="26" idx="1"/>
            <a:endCxn id="12" idx="2"/>
          </p:cNvCxnSpPr>
          <p:nvPr/>
        </p:nvCxnSpPr>
        <p:spPr>
          <a:xfrm rot="10800000">
            <a:off x="1778663" y="3554093"/>
            <a:ext cx="743546" cy="166450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07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3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4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4</a:t>
            </a:r>
          </a:p>
        </p:txBody>
      </p:sp>
      <p:sp>
        <p:nvSpPr>
          <p:cNvPr id="6" name="Arrow: Chevron 5">
            <a:hlinkClick r:id="rId2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2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A284821-3DE8-C6A9-E164-F7E4353BF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876" y="2071419"/>
            <a:ext cx="8839082" cy="351212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fa-IR" dirty="0">
                <a:solidFill>
                  <a:srgbClr val="000000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باشد، کتابهای زیادی در شصت و سه درصد گذشته حال و آینده، شناخت فراوان جامعه و متخصصان را می طلبد، تا با نرم افزارها شناخت بیشتری را برای طراحان رایانه ای علی الخصوص طراحان خلاقی، و فرهنگ پیشرو در زبان فارسی ایجاد کرد، در این صورت می توان امید داشت که تمام و دشواری موجود در ارائه راهکارها، و شرایط سخت تایپ به پایان رسد و زمان مورد نیاز شامل حروفچینی دستاوردهای اصلی، و جوابگوی سوالات پیوسته اهل دنیای موجود طراحی اساسا مورد استفاده قرار گیرد.</a:t>
            </a:r>
          </a:p>
        </p:txBody>
      </p:sp>
    </p:spTree>
    <p:extLst>
      <p:ext uri="{BB962C8B-B14F-4D97-AF65-F5344CB8AC3E}">
        <p14:creationId xmlns:p14="http://schemas.microsoft.com/office/powerpoint/2010/main" val="3646253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8</a:t>
            </a:r>
          </a:p>
        </p:txBody>
      </p:sp>
      <p:sp>
        <p:nvSpPr>
          <p:cNvPr id="12" name="Arrow: Chevron 11">
            <a:hlinkClick r:id="rId3" action="ppaction://hlinksldjump"/>
            <a:extLst>
              <a:ext uri="{FF2B5EF4-FFF2-40B4-BE49-F238E27FC236}">
                <a16:creationId xmlns:a16="http://schemas.microsoft.com/office/drawing/2014/main" id="{7483CB28-0A21-D4F9-E0C3-ADED8875FE8A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3" name="Arrow: Chevron 12">
            <a:hlinkClick r:id="rId3" action="ppaction://hlinksldjump"/>
            <a:extLst>
              <a:ext uri="{FF2B5EF4-FFF2-40B4-BE49-F238E27FC236}">
                <a16:creationId xmlns:a16="http://schemas.microsoft.com/office/drawing/2014/main" id="{EFDC4F8A-F85F-95BC-9386-B89D80BB72F8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1" name="Freeform 38">
            <a:extLst>
              <a:ext uri="{FF2B5EF4-FFF2-40B4-BE49-F238E27FC236}">
                <a16:creationId xmlns:a16="http://schemas.microsoft.com/office/drawing/2014/main" id="{0A9C8F98-2A1A-DCCB-6C33-8E6B7CA4FBE3}"/>
              </a:ext>
            </a:extLst>
          </p:cNvPr>
          <p:cNvSpPr>
            <a:spLocks noEditPoints="1"/>
          </p:cNvSpPr>
          <p:nvPr/>
        </p:nvSpPr>
        <p:spPr bwMode="auto">
          <a:xfrm>
            <a:off x="966028" y="3976904"/>
            <a:ext cx="2070100" cy="1614488"/>
          </a:xfrm>
          <a:custGeom>
            <a:avLst/>
            <a:gdLst>
              <a:gd name="T0" fmla="*/ 544 w 544"/>
              <a:gd name="T1" fmla="*/ 207 h 424"/>
              <a:gd name="T2" fmla="*/ 518 w 544"/>
              <a:gd name="T3" fmla="*/ 188 h 424"/>
              <a:gd name="T4" fmla="*/ 423 w 544"/>
              <a:gd name="T5" fmla="*/ 192 h 424"/>
              <a:gd name="T6" fmla="*/ 212 w 544"/>
              <a:gd name="T7" fmla="*/ 0 h 424"/>
              <a:gd name="T8" fmla="*/ 0 w 544"/>
              <a:gd name="T9" fmla="*/ 212 h 424"/>
              <a:gd name="T10" fmla="*/ 212 w 544"/>
              <a:gd name="T11" fmla="*/ 424 h 424"/>
              <a:gd name="T12" fmla="*/ 423 w 544"/>
              <a:gd name="T13" fmla="*/ 232 h 424"/>
              <a:gd name="T14" fmla="*/ 520 w 544"/>
              <a:gd name="T15" fmla="*/ 227 h 424"/>
              <a:gd name="T16" fmla="*/ 544 w 544"/>
              <a:gd name="T17" fmla="*/ 207 h 424"/>
              <a:gd name="T18" fmla="*/ 212 w 544"/>
              <a:gd name="T19" fmla="*/ 384 h 424"/>
              <a:gd name="T20" fmla="*/ 40 w 544"/>
              <a:gd name="T21" fmla="*/ 212 h 424"/>
              <a:gd name="T22" fmla="*/ 212 w 544"/>
              <a:gd name="T23" fmla="*/ 40 h 424"/>
              <a:gd name="T24" fmla="*/ 384 w 544"/>
              <a:gd name="T25" fmla="*/ 212 h 424"/>
              <a:gd name="T26" fmla="*/ 212 w 544"/>
              <a:gd name="T27" fmla="*/ 384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" h="424">
                <a:moveTo>
                  <a:pt x="544" y="207"/>
                </a:moveTo>
                <a:cubicBezTo>
                  <a:pt x="518" y="188"/>
                  <a:pt x="518" y="188"/>
                  <a:pt x="518" y="188"/>
                </a:cubicBezTo>
                <a:cubicBezTo>
                  <a:pt x="486" y="190"/>
                  <a:pt x="455" y="191"/>
                  <a:pt x="423" y="192"/>
                </a:cubicBezTo>
                <a:cubicBezTo>
                  <a:pt x="413" y="84"/>
                  <a:pt x="322" y="0"/>
                  <a:pt x="212" y="0"/>
                </a:cubicBez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2" y="424"/>
                  <a:pt x="413" y="339"/>
                  <a:pt x="423" y="232"/>
                </a:cubicBezTo>
                <a:cubicBezTo>
                  <a:pt x="455" y="231"/>
                  <a:pt x="486" y="229"/>
                  <a:pt x="520" y="227"/>
                </a:cubicBezTo>
                <a:lnTo>
                  <a:pt x="544" y="207"/>
                </a:lnTo>
                <a:close/>
                <a:moveTo>
                  <a:pt x="212" y="384"/>
                </a:moveTo>
                <a:cubicBezTo>
                  <a:pt x="117" y="384"/>
                  <a:pt x="40" y="306"/>
                  <a:pt x="40" y="212"/>
                </a:cubicBezTo>
                <a:cubicBezTo>
                  <a:pt x="40" y="117"/>
                  <a:pt x="117" y="40"/>
                  <a:pt x="212" y="40"/>
                </a:cubicBezTo>
                <a:cubicBezTo>
                  <a:pt x="307" y="40"/>
                  <a:pt x="384" y="117"/>
                  <a:pt x="384" y="212"/>
                </a:cubicBezTo>
                <a:cubicBezTo>
                  <a:pt x="384" y="306"/>
                  <a:pt x="307" y="384"/>
                  <a:pt x="212" y="384"/>
                </a:cubicBezTo>
                <a:close/>
              </a:path>
            </a:pathLst>
          </a:custGeom>
          <a:solidFill>
            <a:srgbClr val="26234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Freeform 39">
            <a:extLst>
              <a:ext uri="{FF2B5EF4-FFF2-40B4-BE49-F238E27FC236}">
                <a16:creationId xmlns:a16="http://schemas.microsoft.com/office/drawing/2014/main" id="{2CC1E5FC-F33D-0B79-8D32-618FE314BD85}"/>
              </a:ext>
            </a:extLst>
          </p:cNvPr>
          <p:cNvSpPr>
            <a:spLocks noEditPoints="1"/>
          </p:cNvSpPr>
          <p:nvPr/>
        </p:nvSpPr>
        <p:spPr bwMode="auto">
          <a:xfrm>
            <a:off x="3009140" y="3794342"/>
            <a:ext cx="2363787" cy="1614488"/>
          </a:xfrm>
          <a:custGeom>
            <a:avLst/>
            <a:gdLst>
              <a:gd name="T0" fmla="*/ 621 w 621"/>
              <a:gd name="T1" fmla="*/ 115 h 424"/>
              <a:gd name="T2" fmla="*/ 587 w 621"/>
              <a:gd name="T3" fmla="*/ 105 h 424"/>
              <a:gd name="T4" fmla="*/ 513 w 621"/>
              <a:gd name="T5" fmla="*/ 135 h 424"/>
              <a:gd name="T6" fmla="*/ 315 w 621"/>
              <a:gd name="T7" fmla="*/ 0 h 424"/>
              <a:gd name="T8" fmla="*/ 103 w 621"/>
              <a:gd name="T9" fmla="*/ 212 h 424"/>
              <a:gd name="T10" fmla="*/ 104 w 621"/>
              <a:gd name="T11" fmla="*/ 225 h 424"/>
              <a:gd name="T12" fmla="*/ 0 w 621"/>
              <a:gd name="T13" fmla="*/ 234 h 424"/>
              <a:gd name="T14" fmla="*/ 26 w 621"/>
              <a:gd name="T15" fmla="*/ 255 h 424"/>
              <a:gd name="T16" fmla="*/ 3 w 621"/>
              <a:gd name="T17" fmla="*/ 274 h 424"/>
              <a:gd name="T18" fmla="*/ 110 w 621"/>
              <a:gd name="T19" fmla="*/ 264 h 424"/>
              <a:gd name="T20" fmla="*/ 315 w 621"/>
              <a:gd name="T21" fmla="*/ 424 h 424"/>
              <a:gd name="T22" fmla="*/ 527 w 621"/>
              <a:gd name="T23" fmla="*/ 212 h 424"/>
              <a:gd name="T24" fmla="*/ 524 w 621"/>
              <a:gd name="T25" fmla="*/ 175 h 424"/>
              <a:gd name="T26" fmla="*/ 603 w 621"/>
              <a:gd name="T27" fmla="*/ 144 h 424"/>
              <a:gd name="T28" fmla="*/ 621 w 621"/>
              <a:gd name="T29" fmla="*/ 115 h 424"/>
              <a:gd name="T30" fmla="*/ 315 w 621"/>
              <a:gd name="T31" fmla="*/ 384 h 424"/>
              <a:gd name="T32" fmla="*/ 143 w 621"/>
              <a:gd name="T33" fmla="*/ 212 h 424"/>
              <a:gd name="T34" fmla="*/ 315 w 621"/>
              <a:gd name="T35" fmla="*/ 40 h 424"/>
              <a:gd name="T36" fmla="*/ 487 w 621"/>
              <a:gd name="T37" fmla="*/ 212 h 424"/>
              <a:gd name="T38" fmla="*/ 315 w 621"/>
              <a:gd name="T39" fmla="*/ 384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21" h="424">
                <a:moveTo>
                  <a:pt x="621" y="115"/>
                </a:moveTo>
                <a:cubicBezTo>
                  <a:pt x="587" y="105"/>
                  <a:pt x="587" y="105"/>
                  <a:pt x="587" y="105"/>
                </a:cubicBezTo>
                <a:cubicBezTo>
                  <a:pt x="563" y="116"/>
                  <a:pt x="538" y="126"/>
                  <a:pt x="513" y="135"/>
                </a:cubicBezTo>
                <a:cubicBezTo>
                  <a:pt x="482" y="56"/>
                  <a:pt x="405" y="0"/>
                  <a:pt x="315" y="0"/>
                </a:cubicBezTo>
                <a:cubicBezTo>
                  <a:pt x="198" y="0"/>
                  <a:pt x="103" y="95"/>
                  <a:pt x="103" y="212"/>
                </a:cubicBezTo>
                <a:cubicBezTo>
                  <a:pt x="103" y="216"/>
                  <a:pt x="103" y="221"/>
                  <a:pt x="104" y="225"/>
                </a:cubicBezTo>
                <a:cubicBezTo>
                  <a:pt x="70" y="229"/>
                  <a:pt x="35" y="232"/>
                  <a:pt x="0" y="234"/>
                </a:cubicBezTo>
                <a:cubicBezTo>
                  <a:pt x="26" y="255"/>
                  <a:pt x="26" y="255"/>
                  <a:pt x="26" y="255"/>
                </a:cubicBezTo>
                <a:cubicBezTo>
                  <a:pt x="3" y="274"/>
                  <a:pt x="3" y="274"/>
                  <a:pt x="3" y="274"/>
                </a:cubicBezTo>
                <a:cubicBezTo>
                  <a:pt x="40" y="271"/>
                  <a:pt x="75" y="268"/>
                  <a:pt x="110" y="264"/>
                </a:cubicBezTo>
                <a:cubicBezTo>
                  <a:pt x="133" y="356"/>
                  <a:pt x="216" y="424"/>
                  <a:pt x="315" y="424"/>
                </a:cubicBezTo>
                <a:cubicBezTo>
                  <a:pt x="432" y="424"/>
                  <a:pt x="527" y="328"/>
                  <a:pt x="527" y="212"/>
                </a:cubicBezTo>
                <a:cubicBezTo>
                  <a:pt x="527" y="199"/>
                  <a:pt x="526" y="187"/>
                  <a:pt x="524" y="175"/>
                </a:cubicBezTo>
                <a:cubicBezTo>
                  <a:pt x="551" y="165"/>
                  <a:pt x="577" y="155"/>
                  <a:pt x="603" y="144"/>
                </a:cubicBezTo>
                <a:lnTo>
                  <a:pt x="621" y="115"/>
                </a:lnTo>
                <a:close/>
                <a:moveTo>
                  <a:pt x="315" y="384"/>
                </a:moveTo>
                <a:cubicBezTo>
                  <a:pt x="220" y="384"/>
                  <a:pt x="143" y="306"/>
                  <a:pt x="143" y="212"/>
                </a:cubicBezTo>
                <a:cubicBezTo>
                  <a:pt x="143" y="117"/>
                  <a:pt x="220" y="40"/>
                  <a:pt x="315" y="40"/>
                </a:cubicBezTo>
                <a:cubicBezTo>
                  <a:pt x="410" y="40"/>
                  <a:pt x="487" y="117"/>
                  <a:pt x="487" y="212"/>
                </a:cubicBezTo>
                <a:cubicBezTo>
                  <a:pt x="487" y="306"/>
                  <a:pt x="410" y="384"/>
                  <a:pt x="315" y="384"/>
                </a:cubicBez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Freeform 40">
            <a:extLst>
              <a:ext uri="{FF2B5EF4-FFF2-40B4-BE49-F238E27FC236}">
                <a16:creationId xmlns:a16="http://schemas.microsoft.com/office/drawing/2014/main" id="{322BE22E-205D-2128-0EFB-6C6623FFCF3A}"/>
              </a:ext>
            </a:extLst>
          </p:cNvPr>
          <p:cNvSpPr>
            <a:spLocks noEditPoints="1"/>
          </p:cNvSpPr>
          <p:nvPr/>
        </p:nvSpPr>
        <p:spPr bwMode="auto">
          <a:xfrm>
            <a:off x="7047740" y="1197192"/>
            <a:ext cx="1612900" cy="1709738"/>
          </a:xfrm>
          <a:custGeom>
            <a:avLst/>
            <a:gdLst>
              <a:gd name="T0" fmla="*/ 212 w 424"/>
              <a:gd name="T1" fmla="*/ 0 h 449"/>
              <a:gd name="T2" fmla="*/ 0 w 424"/>
              <a:gd name="T3" fmla="*/ 212 h 449"/>
              <a:gd name="T4" fmla="*/ 67 w 424"/>
              <a:gd name="T5" fmla="*/ 366 h 449"/>
              <a:gd name="T6" fmla="*/ 17 w 424"/>
              <a:gd name="T7" fmla="*/ 423 h 449"/>
              <a:gd name="T8" fmla="*/ 50 w 424"/>
              <a:gd name="T9" fmla="*/ 419 h 449"/>
              <a:gd name="T10" fmla="*/ 48 w 424"/>
              <a:gd name="T11" fmla="*/ 449 h 449"/>
              <a:gd name="T12" fmla="*/ 98 w 424"/>
              <a:gd name="T13" fmla="*/ 391 h 449"/>
              <a:gd name="T14" fmla="*/ 212 w 424"/>
              <a:gd name="T15" fmla="*/ 424 h 449"/>
              <a:gd name="T16" fmla="*/ 424 w 424"/>
              <a:gd name="T17" fmla="*/ 212 h 449"/>
              <a:gd name="T18" fmla="*/ 212 w 424"/>
              <a:gd name="T19" fmla="*/ 0 h 449"/>
              <a:gd name="T20" fmla="*/ 212 w 424"/>
              <a:gd name="T21" fmla="*/ 384 h 449"/>
              <a:gd name="T22" fmla="*/ 40 w 424"/>
              <a:gd name="T23" fmla="*/ 212 h 449"/>
              <a:gd name="T24" fmla="*/ 212 w 424"/>
              <a:gd name="T25" fmla="*/ 40 h 449"/>
              <a:gd name="T26" fmla="*/ 384 w 424"/>
              <a:gd name="T27" fmla="*/ 212 h 449"/>
              <a:gd name="T28" fmla="*/ 212 w 424"/>
              <a:gd name="T29" fmla="*/ 384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4" h="449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272"/>
                  <a:pt x="26" y="327"/>
                  <a:pt x="67" y="366"/>
                </a:cubicBezTo>
                <a:cubicBezTo>
                  <a:pt x="50" y="386"/>
                  <a:pt x="33" y="405"/>
                  <a:pt x="17" y="423"/>
                </a:cubicBezTo>
                <a:cubicBezTo>
                  <a:pt x="50" y="419"/>
                  <a:pt x="50" y="419"/>
                  <a:pt x="50" y="419"/>
                </a:cubicBezTo>
                <a:cubicBezTo>
                  <a:pt x="48" y="449"/>
                  <a:pt x="48" y="449"/>
                  <a:pt x="48" y="449"/>
                </a:cubicBezTo>
                <a:cubicBezTo>
                  <a:pt x="64" y="431"/>
                  <a:pt x="81" y="411"/>
                  <a:pt x="98" y="391"/>
                </a:cubicBezTo>
                <a:cubicBezTo>
                  <a:pt x="131" y="412"/>
                  <a:pt x="170" y="424"/>
                  <a:pt x="212" y="424"/>
                </a:cubicBezTo>
                <a:cubicBezTo>
                  <a:pt x="329" y="424"/>
                  <a:pt x="424" y="329"/>
                  <a:pt x="424" y="212"/>
                </a:cubicBezTo>
                <a:cubicBezTo>
                  <a:pt x="424" y="95"/>
                  <a:pt x="329" y="0"/>
                  <a:pt x="212" y="0"/>
                </a:cubicBezTo>
                <a:close/>
                <a:moveTo>
                  <a:pt x="212" y="384"/>
                </a:moveTo>
                <a:cubicBezTo>
                  <a:pt x="117" y="384"/>
                  <a:pt x="40" y="306"/>
                  <a:pt x="40" y="212"/>
                </a:cubicBezTo>
                <a:cubicBezTo>
                  <a:pt x="40" y="117"/>
                  <a:pt x="117" y="40"/>
                  <a:pt x="212" y="40"/>
                </a:cubicBezTo>
                <a:cubicBezTo>
                  <a:pt x="307" y="40"/>
                  <a:pt x="384" y="117"/>
                  <a:pt x="384" y="212"/>
                </a:cubicBezTo>
                <a:cubicBezTo>
                  <a:pt x="384" y="306"/>
                  <a:pt x="307" y="384"/>
                  <a:pt x="212" y="384"/>
                </a:cubicBez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" name="Freeform 41">
            <a:extLst>
              <a:ext uri="{FF2B5EF4-FFF2-40B4-BE49-F238E27FC236}">
                <a16:creationId xmlns:a16="http://schemas.microsoft.com/office/drawing/2014/main" id="{9819D65C-37CB-AA9F-CD2D-20F53D059301}"/>
              </a:ext>
            </a:extLst>
          </p:cNvPr>
          <p:cNvSpPr>
            <a:spLocks noEditPoints="1"/>
          </p:cNvSpPr>
          <p:nvPr/>
        </p:nvSpPr>
        <p:spPr bwMode="auto">
          <a:xfrm>
            <a:off x="5307840" y="2846604"/>
            <a:ext cx="1879600" cy="1620838"/>
          </a:xfrm>
          <a:custGeom>
            <a:avLst/>
            <a:gdLst>
              <a:gd name="T0" fmla="*/ 492 w 494"/>
              <a:gd name="T1" fmla="*/ 31 h 426"/>
              <a:gd name="T2" fmla="*/ 494 w 494"/>
              <a:gd name="T3" fmla="*/ 0 h 426"/>
              <a:gd name="T4" fmla="*/ 462 w 494"/>
              <a:gd name="T5" fmla="*/ 4 h 426"/>
              <a:gd name="T6" fmla="*/ 408 w 494"/>
              <a:gd name="T7" fmla="*/ 58 h 426"/>
              <a:gd name="T8" fmla="*/ 264 w 494"/>
              <a:gd name="T9" fmla="*/ 2 h 426"/>
              <a:gd name="T10" fmla="*/ 52 w 494"/>
              <a:gd name="T11" fmla="*/ 214 h 426"/>
              <a:gd name="T12" fmla="*/ 75 w 494"/>
              <a:gd name="T13" fmla="*/ 309 h 426"/>
              <a:gd name="T14" fmla="*/ 0 w 494"/>
              <a:gd name="T15" fmla="*/ 347 h 426"/>
              <a:gd name="T16" fmla="*/ 35 w 494"/>
              <a:gd name="T17" fmla="*/ 356 h 426"/>
              <a:gd name="T18" fmla="*/ 18 w 494"/>
              <a:gd name="T19" fmla="*/ 384 h 426"/>
              <a:gd name="T20" fmla="*/ 27 w 494"/>
              <a:gd name="T21" fmla="*/ 380 h 426"/>
              <a:gd name="T22" fmla="*/ 98 w 494"/>
              <a:gd name="T23" fmla="*/ 345 h 426"/>
              <a:gd name="T24" fmla="*/ 264 w 494"/>
              <a:gd name="T25" fmla="*/ 426 h 426"/>
              <a:gd name="T26" fmla="*/ 476 w 494"/>
              <a:gd name="T27" fmla="*/ 214 h 426"/>
              <a:gd name="T28" fmla="*/ 436 w 494"/>
              <a:gd name="T29" fmla="*/ 89 h 426"/>
              <a:gd name="T30" fmla="*/ 492 w 494"/>
              <a:gd name="T31" fmla="*/ 31 h 426"/>
              <a:gd name="T32" fmla="*/ 264 w 494"/>
              <a:gd name="T33" fmla="*/ 386 h 426"/>
              <a:gd name="T34" fmla="*/ 92 w 494"/>
              <a:gd name="T35" fmla="*/ 214 h 426"/>
              <a:gd name="T36" fmla="*/ 264 w 494"/>
              <a:gd name="T37" fmla="*/ 42 h 426"/>
              <a:gd name="T38" fmla="*/ 436 w 494"/>
              <a:gd name="T39" fmla="*/ 214 h 426"/>
              <a:gd name="T40" fmla="*/ 264 w 494"/>
              <a:gd name="T41" fmla="*/ 386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94" h="426">
                <a:moveTo>
                  <a:pt x="492" y="31"/>
                </a:moveTo>
                <a:cubicBezTo>
                  <a:pt x="494" y="0"/>
                  <a:pt x="494" y="0"/>
                  <a:pt x="494" y="0"/>
                </a:cubicBezTo>
                <a:cubicBezTo>
                  <a:pt x="462" y="4"/>
                  <a:pt x="462" y="4"/>
                  <a:pt x="462" y="4"/>
                </a:cubicBezTo>
                <a:cubicBezTo>
                  <a:pt x="442" y="25"/>
                  <a:pt x="426" y="41"/>
                  <a:pt x="408" y="58"/>
                </a:cubicBezTo>
                <a:cubicBezTo>
                  <a:pt x="370" y="23"/>
                  <a:pt x="320" y="2"/>
                  <a:pt x="264" y="2"/>
                </a:cubicBezTo>
                <a:cubicBezTo>
                  <a:pt x="147" y="2"/>
                  <a:pt x="52" y="97"/>
                  <a:pt x="52" y="214"/>
                </a:cubicBezTo>
                <a:cubicBezTo>
                  <a:pt x="52" y="248"/>
                  <a:pt x="61" y="281"/>
                  <a:pt x="75" y="309"/>
                </a:cubicBezTo>
                <a:cubicBezTo>
                  <a:pt x="50" y="322"/>
                  <a:pt x="26" y="335"/>
                  <a:pt x="0" y="347"/>
                </a:cubicBezTo>
                <a:cubicBezTo>
                  <a:pt x="35" y="356"/>
                  <a:pt x="35" y="356"/>
                  <a:pt x="35" y="356"/>
                </a:cubicBezTo>
                <a:cubicBezTo>
                  <a:pt x="18" y="384"/>
                  <a:pt x="18" y="384"/>
                  <a:pt x="18" y="384"/>
                </a:cubicBezTo>
                <a:cubicBezTo>
                  <a:pt x="21" y="383"/>
                  <a:pt x="24" y="382"/>
                  <a:pt x="27" y="380"/>
                </a:cubicBezTo>
                <a:cubicBezTo>
                  <a:pt x="51" y="369"/>
                  <a:pt x="74" y="357"/>
                  <a:pt x="98" y="345"/>
                </a:cubicBezTo>
                <a:cubicBezTo>
                  <a:pt x="136" y="394"/>
                  <a:pt x="197" y="426"/>
                  <a:pt x="264" y="426"/>
                </a:cubicBezTo>
                <a:cubicBezTo>
                  <a:pt x="381" y="426"/>
                  <a:pt x="476" y="331"/>
                  <a:pt x="476" y="214"/>
                </a:cubicBezTo>
                <a:cubicBezTo>
                  <a:pt x="476" y="167"/>
                  <a:pt x="461" y="124"/>
                  <a:pt x="436" y="89"/>
                </a:cubicBezTo>
                <a:cubicBezTo>
                  <a:pt x="455" y="70"/>
                  <a:pt x="471" y="53"/>
                  <a:pt x="492" y="31"/>
                </a:cubicBezTo>
                <a:close/>
                <a:moveTo>
                  <a:pt x="264" y="386"/>
                </a:moveTo>
                <a:cubicBezTo>
                  <a:pt x="169" y="386"/>
                  <a:pt x="92" y="309"/>
                  <a:pt x="92" y="214"/>
                </a:cubicBezTo>
                <a:cubicBezTo>
                  <a:pt x="92" y="119"/>
                  <a:pt x="169" y="42"/>
                  <a:pt x="264" y="42"/>
                </a:cubicBezTo>
                <a:cubicBezTo>
                  <a:pt x="359" y="42"/>
                  <a:pt x="436" y="119"/>
                  <a:pt x="436" y="214"/>
                </a:cubicBezTo>
                <a:cubicBezTo>
                  <a:pt x="436" y="309"/>
                  <a:pt x="359" y="386"/>
                  <a:pt x="264" y="386"/>
                </a:cubicBezTo>
                <a:close/>
              </a:path>
            </a:pathLst>
          </a:custGeom>
          <a:solidFill>
            <a:srgbClr val="26234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9242278B-94A8-8870-A4E2-DC9B783D709F}"/>
              </a:ext>
            </a:extLst>
          </p:cNvPr>
          <p:cNvSpPr>
            <a:spLocks noEditPoints="1"/>
          </p:cNvSpPr>
          <p:nvPr/>
        </p:nvSpPr>
        <p:spPr bwMode="auto">
          <a:xfrm>
            <a:off x="1486886" y="4424421"/>
            <a:ext cx="632037" cy="715200"/>
          </a:xfrm>
          <a:custGeom>
            <a:avLst/>
            <a:gdLst>
              <a:gd name="T0" fmla="*/ 61 w 190"/>
              <a:gd name="T1" fmla="*/ 168 h 215"/>
              <a:gd name="T2" fmla="*/ 46 w 190"/>
              <a:gd name="T3" fmla="*/ 129 h 215"/>
              <a:gd name="T4" fmla="*/ 36 w 190"/>
              <a:gd name="T5" fmla="*/ 96 h 215"/>
              <a:gd name="T6" fmla="*/ 95 w 190"/>
              <a:gd name="T7" fmla="*/ 37 h 215"/>
              <a:gd name="T8" fmla="*/ 155 w 190"/>
              <a:gd name="T9" fmla="*/ 96 h 215"/>
              <a:gd name="T10" fmla="*/ 145 w 190"/>
              <a:gd name="T11" fmla="*/ 129 h 215"/>
              <a:gd name="T12" fmla="*/ 130 w 190"/>
              <a:gd name="T13" fmla="*/ 161 h 215"/>
              <a:gd name="T14" fmla="*/ 95 w 190"/>
              <a:gd name="T15" fmla="*/ 60 h 215"/>
              <a:gd name="T16" fmla="*/ 60 w 190"/>
              <a:gd name="T17" fmla="*/ 95 h 215"/>
              <a:gd name="T18" fmla="*/ 95 w 190"/>
              <a:gd name="T19" fmla="*/ 131 h 215"/>
              <a:gd name="T20" fmla="*/ 131 w 190"/>
              <a:gd name="T21" fmla="*/ 95 h 215"/>
              <a:gd name="T22" fmla="*/ 95 w 190"/>
              <a:gd name="T23" fmla="*/ 60 h 215"/>
              <a:gd name="T24" fmla="*/ 82 w 190"/>
              <a:gd name="T25" fmla="*/ 101 h 215"/>
              <a:gd name="T26" fmla="*/ 92 w 190"/>
              <a:gd name="T27" fmla="*/ 113 h 215"/>
              <a:gd name="T28" fmla="*/ 109 w 190"/>
              <a:gd name="T29" fmla="*/ 84 h 215"/>
              <a:gd name="T30" fmla="*/ 95 w 190"/>
              <a:gd name="T31" fmla="*/ 18 h 215"/>
              <a:gd name="T32" fmla="*/ 95 w 190"/>
              <a:gd name="T33" fmla="*/ 0 h 215"/>
              <a:gd name="T34" fmla="*/ 57 w 190"/>
              <a:gd name="T35" fmla="*/ 29 h 215"/>
              <a:gd name="T36" fmla="*/ 48 w 190"/>
              <a:gd name="T37" fmla="*/ 13 h 215"/>
              <a:gd name="T38" fmla="*/ 13 w 190"/>
              <a:gd name="T39" fmla="*/ 48 h 215"/>
              <a:gd name="T40" fmla="*/ 29 w 190"/>
              <a:gd name="T41" fmla="*/ 57 h 215"/>
              <a:gd name="T42" fmla="*/ 0 w 190"/>
              <a:gd name="T43" fmla="*/ 95 h 215"/>
              <a:gd name="T44" fmla="*/ 19 w 190"/>
              <a:gd name="T45" fmla="*/ 95 h 215"/>
              <a:gd name="T46" fmla="*/ 143 w 190"/>
              <a:gd name="T47" fmla="*/ 13 h 215"/>
              <a:gd name="T48" fmla="*/ 134 w 190"/>
              <a:gd name="T49" fmla="*/ 29 h 215"/>
              <a:gd name="T50" fmla="*/ 178 w 190"/>
              <a:gd name="T51" fmla="*/ 48 h 215"/>
              <a:gd name="T52" fmla="*/ 162 w 190"/>
              <a:gd name="T53" fmla="*/ 57 h 215"/>
              <a:gd name="T54" fmla="*/ 172 w 190"/>
              <a:gd name="T55" fmla="*/ 95 h 215"/>
              <a:gd name="T56" fmla="*/ 190 w 190"/>
              <a:gd name="T57" fmla="*/ 95 h 215"/>
              <a:gd name="T58" fmla="*/ 117 w 190"/>
              <a:gd name="T59" fmla="*/ 173 h 215"/>
              <a:gd name="T60" fmla="*/ 70 w 190"/>
              <a:gd name="T61" fmla="*/ 186 h 215"/>
              <a:gd name="T62" fmla="*/ 65 w 190"/>
              <a:gd name="T63" fmla="*/ 193 h 215"/>
              <a:gd name="T64" fmla="*/ 72 w 190"/>
              <a:gd name="T65" fmla="*/ 201 h 215"/>
              <a:gd name="T66" fmla="*/ 76 w 190"/>
              <a:gd name="T67" fmla="*/ 200 h 215"/>
              <a:gd name="T68" fmla="*/ 117 w 190"/>
              <a:gd name="T69" fmla="*/ 189 h 215"/>
              <a:gd name="T70" fmla="*/ 117 w 190"/>
              <a:gd name="T71" fmla="*/ 189 h 215"/>
              <a:gd name="T72" fmla="*/ 119 w 190"/>
              <a:gd name="T73" fmla="*/ 189 h 215"/>
              <a:gd name="T74" fmla="*/ 126 w 190"/>
              <a:gd name="T75" fmla="*/ 197 h 215"/>
              <a:gd name="T76" fmla="*/ 121 w 190"/>
              <a:gd name="T77" fmla="*/ 204 h 215"/>
              <a:gd name="T78" fmla="*/ 81 w 190"/>
              <a:gd name="T79" fmla="*/ 215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90" h="215">
                <a:moveTo>
                  <a:pt x="61" y="168"/>
                </a:moveTo>
                <a:cubicBezTo>
                  <a:pt x="62" y="158"/>
                  <a:pt x="59" y="148"/>
                  <a:pt x="46" y="129"/>
                </a:cubicBezTo>
                <a:cubicBezTo>
                  <a:pt x="40" y="119"/>
                  <a:pt x="36" y="108"/>
                  <a:pt x="36" y="96"/>
                </a:cubicBezTo>
                <a:cubicBezTo>
                  <a:pt x="36" y="63"/>
                  <a:pt x="63" y="37"/>
                  <a:pt x="95" y="37"/>
                </a:cubicBezTo>
                <a:cubicBezTo>
                  <a:pt x="128" y="37"/>
                  <a:pt x="155" y="63"/>
                  <a:pt x="155" y="96"/>
                </a:cubicBezTo>
                <a:cubicBezTo>
                  <a:pt x="155" y="108"/>
                  <a:pt x="151" y="119"/>
                  <a:pt x="145" y="129"/>
                </a:cubicBezTo>
                <a:cubicBezTo>
                  <a:pt x="135" y="144"/>
                  <a:pt x="131" y="153"/>
                  <a:pt x="130" y="161"/>
                </a:cubicBezTo>
                <a:moveTo>
                  <a:pt x="95" y="60"/>
                </a:moveTo>
                <a:cubicBezTo>
                  <a:pt x="76" y="60"/>
                  <a:pt x="60" y="76"/>
                  <a:pt x="60" y="95"/>
                </a:cubicBezTo>
                <a:cubicBezTo>
                  <a:pt x="60" y="115"/>
                  <a:pt x="76" y="131"/>
                  <a:pt x="95" y="131"/>
                </a:cubicBezTo>
                <a:cubicBezTo>
                  <a:pt x="115" y="131"/>
                  <a:pt x="131" y="115"/>
                  <a:pt x="131" y="95"/>
                </a:cubicBezTo>
                <a:cubicBezTo>
                  <a:pt x="131" y="76"/>
                  <a:pt x="115" y="60"/>
                  <a:pt x="95" y="60"/>
                </a:cubicBezTo>
                <a:close/>
                <a:moveTo>
                  <a:pt x="82" y="101"/>
                </a:moveTo>
                <a:cubicBezTo>
                  <a:pt x="92" y="113"/>
                  <a:pt x="92" y="113"/>
                  <a:pt x="92" y="113"/>
                </a:cubicBezTo>
                <a:cubicBezTo>
                  <a:pt x="109" y="84"/>
                  <a:pt x="109" y="84"/>
                  <a:pt x="109" y="84"/>
                </a:cubicBezTo>
                <a:moveTo>
                  <a:pt x="95" y="18"/>
                </a:moveTo>
                <a:cubicBezTo>
                  <a:pt x="95" y="0"/>
                  <a:pt x="95" y="0"/>
                  <a:pt x="95" y="0"/>
                </a:cubicBezTo>
                <a:moveTo>
                  <a:pt x="57" y="29"/>
                </a:moveTo>
                <a:cubicBezTo>
                  <a:pt x="48" y="13"/>
                  <a:pt x="48" y="13"/>
                  <a:pt x="48" y="13"/>
                </a:cubicBezTo>
                <a:moveTo>
                  <a:pt x="13" y="48"/>
                </a:moveTo>
                <a:cubicBezTo>
                  <a:pt x="29" y="57"/>
                  <a:pt x="29" y="57"/>
                  <a:pt x="29" y="57"/>
                </a:cubicBezTo>
                <a:moveTo>
                  <a:pt x="0" y="95"/>
                </a:moveTo>
                <a:cubicBezTo>
                  <a:pt x="19" y="95"/>
                  <a:pt x="19" y="95"/>
                  <a:pt x="19" y="95"/>
                </a:cubicBezTo>
                <a:moveTo>
                  <a:pt x="143" y="13"/>
                </a:moveTo>
                <a:cubicBezTo>
                  <a:pt x="134" y="29"/>
                  <a:pt x="134" y="29"/>
                  <a:pt x="134" y="29"/>
                </a:cubicBezTo>
                <a:moveTo>
                  <a:pt x="178" y="48"/>
                </a:moveTo>
                <a:cubicBezTo>
                  <a:pt x="162" y="57"/>
                  <a:pt x="162" y="57"/>
                  <a:pt x="162" y="57"/>
                </a:cubicBezTo>
                <a:moveTo>
                  <a:pt x="172" y="95"/>
                </a:moveTo>
                <a:cubicBezTo>
                  <a:pt x="190" y="95"/>
                  <a:pt x="190" y="95"/>
                  <a:pt x="190" y="95"/>
                </a:cubicBezTo>
                <a:moveTo>
                  <a:pt x="117" y="173"/>
                </a:moveTo>
                <a:cubicBezTo>
                  <a:pt x="117" y="173"/>
                  <a:pt x="70" y="186"/>
                  <a:pt x="70" y="186"/>
                </a:cubicBezTo>
                <a:cubicBezTo>
                  <a:pt x="67" y="187"/>
                  <a:pt x="65" y="190"/>
                  <a:pt x="65" y="193"/>
                </a:cubicBezTo>
                <a:cubicBezTo>
                  <a:pt x="65" y="198"/>
                  <a:pt x="68" y="201"/>
                  <a:pt x="72" y="201"/>
                </a:cubicBezTo>
                <a:cubicBezTo>
                  <a:pt x="74" y="201"/>
                  <a:pt x="76" y="200"/>
                  <a:pt x="76" y="200"/>
                </a:cubicBezTo>
                <a:cubicBezTo>
                  <a:pt x="117" y="189"/>
                  <a:pt x="117" y="189"/>
                  <a:pt x="117" y="189"/>
                </a:cubicBezTo>
                <a:cubicBezTo>
                  <a:pt x="117" y="189"/>
                  <a:pt x="117" y="189"/>
                  <a:pt x="117" y="189"/>
                </a:cubicBezTo>
                <a:cubicBezTo>
                  <a:pt x="117" y="189"/>
                  <a:pt x="118" y="189"/>
                  <a:pt x="119" y="189"/>
                </a:cubicBezTo>
                <a:cubicBezTo>
                  <a:pt x="123" y="189"/>
                  <a:pt x="126" y="192"/>
                  <a:pt x="126" y="197"/>
                </a:cubicBezTo>
                <a:cubicBezTo>
                  <a:pt x="126" y="200"/>
                  <a:pt x="124" y="203"/>
                  <a:pt x="121" y="204"/>
                </a:cubicBezTo>
                <a:cubicBezTo>
                  <a:pt x="81" y="215"/>
                  <a:pt x="81" y="215"/>
                  <a:pt x="81" y="215"/>
                </a:cubicBezTo>
              </a:path>
            </a:pathLst>
          </a:custGeom>
          <a:noFill/>
          <a:ln w="28575" cap="rnd">
            <a:solidFill>
              <a:srgbClr val="26234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31BFFA3D-65B5-B03A-662F-F9188BA4E5D8}"/>
              </a:ext>
            </a:extLst>
          </p:cNvPr>
          <p:cNvSpPr>
            <a:spLocks noEditPoints="1"/>
          </p:cNvSpPr>
          <p:nvPr/>
        </p:nvSpPr>
        <p:spPr bwMode="auto">
          <a:xfrm>
            <a:off x="7566059" y="1665981"/>
            <a:ext cx="638968" cy="638968"/>
          </a:xfrm>
          <a:custGeom>
            <a:avLst/>
            <a:gdLst>
              <a:gd name="T0" fmla="*/ 165 w 192"/>
              <a:gd name="T1" fmla="*/ 52 h 192"/>
              <a:gd name="T2" fmla="*/ 180 w 192"/>
              <a:gd name="T3" fmla="*/ 102 h 192"/>
              <a:gd name="T4" fmla="*/ 90 w 192"/>
              <a:gd name="T5" fmla="*/ 192 h 192"/>
              <a:gd name="T6" fmla="*/ 0 w 192"/>
              <a:gd name="T7" fmla="*/ 102 h 192"/>
              <a:gd name="T8" fmla="*/ 90 w 192"/>
              <a:gd name="T9" fmla="*/ 12 h 192"/>
              <a:gd name="T10" fmla="*/ 139 w 192"/>
              <a:gd name="T11" fmla="*/ 27 h 192"/>
              <a:gd name="T12" fmla="*/ 124 w 192"/>
              <a:gd name="T13" fmla="*/ 43 h 192"/>
              <a:gd name="T14" fmla="*/ 90 w 192"/>
              <a:gd name="T15" fmla="*/ 34 h 192"/>
              <a:gd name="T16" fmla="*/ 22 w 192"/>
              <a:gd name="T17" fmla="*/ 102 h 192"/>
              <a:gd name="T18" fmla="*/ 90 w 192"/>
              <a:gd name="T19" fmla="*/ 170 h 192"/>
              <a:gd name="T20" fmla="*/ 158 w 192"/>
              <a:gd name="T21" fmla="*/ 102 h 192"/>
              <a:gd name="T22" fmla="*/ 148 w 192"/>
              <a:gd name="T23" fmla="*/ 68 h 192"/>
              <a:gd name="T24" fmla="*/ 106 w 192"/>
              <a:gd name="T25" fmla="*/ 61 h 192"/>
              <a:gd name="T26" fmla="*/ 90 w 192"/>
              <a:gd name="T27" fmla="*/ 58 h 192"/>
              <a:gd name="T28" fmla="*/ 46 w 192"/>
              <a:gd name="T29" fmla="*/ 102 h 192"/>
              <a:gd name="T30" fmla="*/ 90 w 192"/>
              <a:gd name="T31" fmla="*/ 147 h 192"/>
              <a:gd name="T32" fmla="*/ 134 w 192"/>
              <a:gd name="T33" fmla="*/ 102 h 192"/>
              <a:gd name="T34" fmla="*/ 129 w 192"/>
              <a:gd name="T35" fmla="*/ 82 h 192"/>
              <a:gd name="T36" fmla="*/ 90 w 192"/>
              <a:gd name="T37" fmla="*/ 102 h 192"/>
              <a:gd name="T38" fmla="*/ 187 w 192"/>
              <a:gd name="T39" fmla="*/ 5 h 192"/>
              <a:gd name="T40" fmla="*/ 164 w 192"/>
              <a:gd name="T41" fmla="*/ 0 h 192"/>
              <a:gd name="T42" fmla="*/ 164 w 192"/>
              <a:gd name="T43" fmla="*/ 28 h 192"/>
              <a:gd name="T44" fmla="*/ 192 w 192"/>
              <a:gd name="T45" fmla="*/ 28 h 192"/>
              <a:gd name="T46" fmla="*/ 15 w 192"/>
              <a:gd name="T47" fmla="*/ 192 h 192"/>
              <a:gd name="T48" fmla="*/ 33 w 192"/>
              <a:gd name="T49" fmla="*/ 172 h 192"/>
              <a:gd name="T50" fmla="*/ 147 w 192"/>
              <a:gd name="T51" fmla="*/ 172 h 192"/>
              <a:gd name="T52" fmla="*/ 165 w 192"/>
              <a:gd name="T53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92" h="192">
                <a:moveTo>
                  <a:pt x="165" y="52"/>
                </a:moveTo>
                <a:cubicBezTo>
                  <a:pt x="174" y="67"/>
                  <a:pt x="180" y="84"/>
                  <a:pt x="180" y="102"/>
                </a:cubicBezTo>
                <a:cubicBezTo>
                  <a:pt x="180" y="152"/>
                  <a:pt x="139" y="192"/>
                  <a:pt x="90" y="192"/>
                </a:cubicBezTo>
                <a:cubicBezTo>
                  <a:pt x="40" y="192"/>
                  <a:pt x="0" y="152"/>
                  <a:pt x="0" y="102"/>
                </a:cubicBezTo>
                <a:cubicBezTo>
                  <a:pt x="0" y="52"/>
                  <a:pt x="40" y="12"/>
                  <a:pt x="90" y="12"/>
                </a:cubicBezTo>
                <a:cubicBezTo>
                  <a:pt x="108" y="12"/>
                  <a:pt x="125" y="17"/>
                  <a:pt x="139" y="27"/>
                </a:cubicBezTo>
                <a:moveTo>
                  <a:pt x="124" y="43"/>
                </a:moveTo>
                <a:cubicBezTo>
                  <a:pt x="114" y="37"/>
                  <a:pt x="102" y="34"/>
                  <a:pt x="90" y="34"/>
                </a:cubicBezTo>
                <a:cubicBezTo>
                  <a:pt x="52" y="34"/>
                  <a:pt x="22" y="64"/>
                  <a:pt x="22" y="102"/>
                </a:cubicBezTo>
                <a:cubicBezTo>
                  <a:pt x="22" y="140"/>
                  <a:pt x="52" y="170"/>
                  <a:pt x="90" y="170"/>
                </a:cubicBezTo>
                <a:cubicBezTo>
                  <a:pt x="127" y="170"/>
                  <a:pt x="158" y="140"/>
                  <a:pt x="158" y="102"/>
                </a:cubicBezTo>
                <a:cubicBezTo>
                  <a:pt x="158" y="90"/>
                  <a:pt x="154" y="78"/>
                  <a:pt x="148" y="68"/>
                </a:cubicBezTo>
                <a:moveTo>
                  <a:pt x="106" y="61"/>
                </a:moveTo>
                <a:cubicBezTo>
                  <a:pt x="101" y="59"/>
                  <a:pt x="96" y="58"/>
                  <a:pt x="90" y="58"/>
                </a:cubicBezTo>
                <a:cubicBezTo>
                  <a:pt x="65" y="58"/>
                  <a:pt x="46" y="78"/>
                  <a:pt x="46" y="102"/>
                </a:cubicBezTo>
                <a:cubicBezTo>
                  <a:pt x="46" y="127"/>
                  <a:pt x="65" y="147"/>
                  <a:pt x="90" y="147"/>
                </a:cubicBezTo>
                <a:cubicBezTo>
                  <a:pt x="114" y="147"/>
                  <a:pt x="134" y="127"/>
                  <a:pt x="134" y="102"/>
                </a:cubicBezTo>
                <a:cubicBezTo>
                  <a:pt x="134" y="95"/>
                  <a:pt x="132" y="88"/>
                  <a:pt x="129" y="82"/>
                </a:cubicBezTo>
                <a:moveTo>
                  <a:pt x="90" y="102"/>
                </a:moveTo>
                <a:cubicBezTo>
                  <a:pt x="187" y="5"/>
                  <a:pt x="187" y="5"/>
                  <a:pt x="187" y="5"/>
                </a:cubicBezTo>
                <a:moveTo>
                  <a:pt x="164" y="0"/>
                </a:moveTo>
                <a:cubicBezTo>
                  <a:pt x="164" y="28"/>
                  <a:pt x="164" y="28"/>
                  <a:pt x="164" y="28"/>
                </a:cubicBezTo>
                <a:cubicBezTo>
                  <a:pt x="192" y="28"/>
                  <a:pt x="192" y="28"/>
                  <a:pt x="192" y="28"/>
                </a:cubicBezTo>
                <a:moveTo>
                  <a:pt x="15" y="192"/>
                </a:moveTo>
                <a:cubicBezTo>
                  <a:pt x="33" y="172"/>
                  <a:pt x="33" y="172"/>
                  <a:pt x="33" y="172"/>
                </a:cubicBezTo>
                <a:moveTo>
                  <a:pt x="147" y="172"/>
                </a:moveTo>
                <a:cubicBezTo>
                  <a:pt x="165" y="192"/>
                  <a:pt x="165" y="192"/>
                  <a:pt x="165" y="192"/>
                </a:cubicBezTo>
              </a:path>
            </a:pathLst>
          </a:custGeom>
          <a:noFill/>
          <a:ln w="28575" cap="rnd">
            <a:solidFill>
              <a:srgbClr val="26234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CC23D485-822F-FD57-E5BF-62E39D726439}"/>
              </a:ext>
            </a:extLst>
          </p:cNvPr>
          <p:cNvSpPr>
            <a:spLocks noEditPoints="1"/>
          </p:cNvSpPr>
          <p:nvPr/>
        </p:nvSpPr>
        <p:spPr bwMode="auto">
          <a:xfrm>
            <a:off x="5988085" y="3283326"/>
            <a:ext cx="691638" cy="719359"/>
          </a:xfrm>
          <a:custGeom>
            <a:avLst/>
            <a:gdLst>
              <a:gd name="T0" fmla="*/ 77 w 208"/>
              <a:gd name="T1" fmla="*/ 22 h 216"/>
              <a:gd name="T2" fmla="*/ 183 w 208"/>
              <a:gd name="T3" fmla="*/ 87 h 216"/>
              <a:gd name="T4" fmla="*/ 208 w 208"/>
              <a:gd name="T5" fmla="*/ 138 h 216"/>
              <a:gd name="T6" fmla="*/ 187 w 208"/>
              <a:gd name="T7" fmla="*/ 138 h 216"/>
              <a:gd name="T8" fmla="*/ 187 w 208"/>
              <a:gd name="T9" fmla="*/ 174 h 216"/>
              <a:gd name="T10" fmla="*/ 175 w 208"/>
              <a:gd name="T11" fmla="*/ 185 h 216"/>
              <a:gd name="T12" fmla="*/ 152 w 208"/>
              <a:gd name="T13" fmla="*/ 185 h 216"/>
              <a:gd name="T14" fmla="*/ 152 w 208"/>
              <a:gd name="T15" fmla="*/ 216 h 216"/>
              <a:gd name="T16" fmla="*/ 56 w 208"/>
              <a:gd name="T17" fmla="*/ 216 h 216"/>
              <a:gd name="T18" fmla="*/ 56 w 208"/>
              <a:gd name="T19" fmla="*/ 184 h 216"/>
              <a:gd name="T20" fmla="*/ 46 w 208"/>
              <a:gd name="T21" fmla="*/ 162 h 216"/>
              <a:gd name="T22" fmla="*/ 117 w 208"/>
              <a:gd name="T23" fmla="*/ 97 h 216"/>
              <a:gd name="T24" fmla="*/ 117 w 208"/>
              <a:gd name="T25" fmla="*/ 83 h 216"/>
              <a:gd name="T26" fmla="*/ 100 w 208"/>
              <a:gd name="T27" fmla="*/ 76 h 216"/>
              <a:gd name="T28" fmla="*/ 98 w 208"/>
              <a:gd name="T29" fmla="*/ 71 h 216"/>
              <a:gd name="T30" fmla="*/ 105 w 208"/>
              <a:gd name="T31" fmla="*/ 54 h 216"/>
              <a:gd name="T32" fmla="*/ 94 w 208"/>
              <a:gd name="T33" fmla="*/ 44 h 216"/>
              <a:gd name="T34" fmla="*/ 78 w 208"/>
              <a:gd name="T35" fmla="*/ 51 h 216"/>
              <a:gd name="T36" fmla="*/ 72 w 208"/>
              <a:gd name="T37" fmla="*/ 49 h 216"/>
              <a:gd name="T38" fmla="*/ 66 w 208"/>
              <a:gd name="T39" fmla="*/ 32 h 216"/>
              <a:gd name="T40" fmla="*/ 51 w 208"/>
              <a:gd name="T41" fmla="*/ 32 h 216"/>
              <a:gd name="T42" fmla="*/ 45 w 208"/>
              <a:gd name="T43" fmla="*/ 49 h 216"/>
              <a:gd name="T44" fmla="*/ 39 w 208"/>
              <a:gd name="T45" fmla="*/ 51 h 216"/>
              <a:gd name="T46" fmla="*/ 23 w 208"/>
              <a:gd name="T47" fmla="*/ 44 h 216"/>
              <a:gd name="T48" fmla="*/ 12 w 208"/>
              <a:gd name="T49" fmla="*/ 54 h 216"/>
              <a:gd name="T50" fmla="*/ 19 w 208"/>
              <a:gd name="T51" fmla="*/ 71 h 216"/>
              <a:gd name="T52" fmla="*/ 17 w 208"/>
              <a:gd name="T53" fmla="*/ 76 h 216"/>
              <a:gd name="T54" fmla="*/ 0 w 208"/>
              <a:gd name="T55" fmla="*/ 83 h 216"/>
              <a:gd name="T56" fmla="*/ 0 w 208"/>
              <a:gd name="T57" fmla="*/ 97 h 216"/>
              <a:gd name="T58" fmla="*/ 17 w 208"/>
              <a:gd name="T59" fmla="*/ 104 h 216"/>
              <a:gd name="T60" fmla="*/ 19 w 208"/>
              <a:gd name="T61" fmla="*/ 110 h 216"/>
              <a:gd name="T62" fmla="*/ 12 w 208"/>
              <a:gd name="T63" fmla="*/ 126 h 216"/>
              <a:gd name="T64" fmla="*/ 23 w 208"/>
              <a:gd name="T65" fmla="*/ 136 h 216"/>
              <a:gd name="T66" fmla="*/ 39 w 208"/>
              <a:gd name="T67" fmla="*/ 129 h 216"/>
              <a:gd name="T68" fmla="*/ 45 w 208"/>
              <a:gd name="T69" fmla="*/ 132 h 216"/>
              <a:gd name="T70" fmla="*/ 51 w 208"/>
              <a:gd name="T71" fmla="*/ 148 h 216"/>
              <a:gd name="T72" fmla="*/ 66 w 208"/>
              <a:gd name="T73" fmla="*/ 148 h 216"/>
              <a:gd name="T74" fmla="*/ 72 w 208"/>
              <a:gd name="T75" fmla="*/ 132 h 216"/>
              <a:gd name="T76" fmla="*/ 78 w 208"/>
              <a:gd name="T77" fmla="*/ 129 h 216"/>
              <a:gd name="T78" fmla="*/ 94 w 208"/>
              <a:gd name="T79" fmla="*/ 136 h 216"/>
              <a:gd name="T80" fmla="*/ 105 w 208"/>
              <a:gd name="T81" fmla="*/ 126 h 216"/>
              <a:gd name="T82" fmla="*/ 98 w 208"/>
              <a:gd name="T83" fmla="*/ 110 h 216"/>
              <a:gd name="T84" fmla="*/ 100 w 208"/>
              <a:gd name="T85" fmla="*/ 104 h 216"/>
              <a:gd name="T86" fmla="*/ 117 w 208"/>
              <a:gd name="T87" fmla="*/ 97 h 216"/>
              <a:gd name="T88" fmla="*/ 58 w 208"/>
              <a:gd name="T89" fmla="*/ 66 h 216"/>
              <a:gd name="T90" fmla="*/ 34 w 208"/>
              <a:gd name="T91" fmla="*/ 90 h 216"/>
              <a:gd name="T92" fmla="*/ 58 w 208"/>
              <a:gd name="T93" fmla="*/ 115 h 216"/>
              <a:gd name="T94" fmla="*/ 83 w 208"/>
              <a:gd name="T95" fmla="*/ 90 h 216"/>
              <a:gd name="T96" fmla="*/ 58 w 208"/>
              <a:gd name="T97" fmla="*/ 66 h 216"/>
              <a:gd name="T98" fmla="*/ 152 w 208"/>
              <a:gd name="T99" fmla="*/ 185 h 216"/>
              <a:gd name="T100" fmla="*/ 138 w 208"/>
              <a:gd name="T101" fmla="*/ 185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08" h="216">
                <a:moveTo>
                  <a:pt x="77" y="22"/>
                </a:moveTo>
                <a:cubicBezTo>
                  <a:pt x="193" y="0"/>
                  <a:pt x="183" y="87"/>
                  <a:pt x="183" y="87"/>
                </a:cubicBezTo>
                <a:cubicBezTo>
                  <a:pt x="208" y="138"/>
                  <a:pt x="208" y="138"/>
                  <a:pt x="208" y="138"/>
                </a:cubicBezTo>
                <a:cubicBezTo>
                  <a:pt x="187" y="138"/>
                  <a:pt x="187" y="138"/>
                  <a:pt x="187" y="138"/>
                </a:cubicBezTo>
                <a:cubicBezTo>
                  <a:pt x="187" y="174"/>
                  <a:pt x="187" y="174"/>
                  <a:pt x="187" y="174"/>
                </a:cubicBezTo>
                <a:cubicBezTo>
                  <a:pt x="187" y="180"/>
                  <a:pt x="182" y="185"/>
                  <a:pt x="175" y="185"/>
                </a:cubicBezTo>
                <a:cubicBezTo>
                  <a:pt x="152" y="185"/>
                  <a:pt x="152" y="185"/>
                  <a:pt x="152" y="185"/>
                </a:cubicBezTo>
                <a:cubicBezTo>
                  <a:pt x="152" y="216"/>
                  <a:pt x="152" y="216"/>
                  <a:pt x="152" y="216"/>
                </a:cubicBezTo>
                <a:moveTo>
                  <a:pt x="56" y="216"/>
                </a:moveTo>
                <a:cubicBezTo>
                  <a:pt x="56" y="184"/>
                  <a:pt x="56" y="184"/>
                  <a:pt x="56" y="184"/>
                </a:cubicBezTo>
                <a:cubicBezTo>
                  <a:pt x="46" y="162"/>
                  <a:pt x="46" y="162"/>
                  <a:pt x="46" y="162"/>
                </a:cubicBezTo>
                <a:moveTo>
                  <a:pt x="117" y="97"/>
                </a:moveTo>
                <a:cubicBezTo>
                  <a:pt x="117" y="83"/>
                  <a:pt x="117" y="83"/>
                  <a:pt x="117" y="83"/>
                </a:cubicBezTo>
                <a:cubicBezTo>
                  <a:pt x="100" y="76"/>
                  <a:pt x="100" y="76"/>
                  <a:pt x="100" y="76"/>
                </a:cubicBezTo>
                <a:cubicBezTo>
                  <a:pt x="99" y="74"/>
                  <a:pt x="99" y="72"/>
                  <a:pt x="98" y="71"/>
                </a:cubicBezTo>
                <a:cubicBezTo>
                  <a:pt x="105" y="54"/>
                  <a:pt x="105" y="54"/>
                  <a:pt x="105" y="54"/>
                </a:cubicBezTo>
                <a:cubicBezTo>
                  <a:pt x="94" y="44"/>
                  <a:pt x="94" y="44"/>
                  <a:pt x="94" y="44"/>
                </a:cubicBezTo>
                <a:cubicBezTo>
                  <a:pt x="78" y="51"/>
                  <a:pt x="78" y="51"/>
                  <a:pt x="78" y="51"/>
                </a:cubicBezTo>
                <a:cubicBezTo>
                  <a:pt x="76" y="50"/>
                  <a:pt x="74" y="49"/>
                  <a:pt x="72" y="49"/>
                </a:cubicBezTo>
                <a:cubicBezTo>
                  <a:pt x="66" y="32"/>
                  <a:pt x="66" y="32"/>
                  <a:pt x="66" y="32"/>
                </a:cubicBezTo>
                <a:cubicBezTo>
                  <a:pt x="51" y="32"/>
                  <a:pt x="51" y="32"/>
                  <a:pt x="51" y="32"/>
                </a:cubicBezTo>
                <a:cubicBezTo>
                  <a:pt x="45" y="49"/>
                  <a:pt x="45" y="49"/>
                  <a:pt x="45" y="49"/>
                </a:cubicBezTo>
                <a:cubicBezTo>
                  <a:pt x="43" y="49"/>
                  <a:pt x="41" y="50"/>
                  <a:pt x="39" y="51"/>
                </a:cubicBezTo>
                <a:cubicBezTo>
                  <a:pt x="23" y="44"/>
                  <a:pt x="23" y="44"/>
                  <a:pt x="23" y="44"/>
                </a:cubicBezTo>
                <a:cubicBezTo>
                  <a:pt x="12" y="54"/>
                  <a:pt x="12" y="54"/>
                  <a:pt x="12" y="54"/>
                </a:cubicBezTo>
                <a:cubicBezTo>
                  <a:pt x="19" y="71"/>
                  <a:pt x="19" y="71"/>
                  <a:pt x="19" y="71"/>
                </a:cubicBezTo>
                <a:cubicBezTo>
                  <a:pt x="18" y="72"/>
                  <a:pt x="18" y="74"/>
                  <a:pt x="17" y="76"/>
                </a:cubicBezTo>
                <a:cubicBezTo>
                  <a:pt x="0" y="83"/>
                  <a:pt x="0" y="83"/>
                  <a:pt x="0" y="83"/>
                </a:cubicBezTo>
                <a:cubicBezTo>
                  <a:pt x="0" y="97"/>
                  <a:pt x="0" y="97"/>
                  <a:pt x="0" y="97"/>
                </a:cubicBezTo>
                <a:cubicBezTo>
                  <a:pt x="17" y="104"/>
                  <a:pt x="17" y="104"/>
                  <a:pt x="17" y="104"/>
                </a:cubicBezTo>
                <a:cubicBezTo>
                  <a:pt x="18" y="106"/>
                  <a:pt x="18" y="108"/>
                  <a:pt x="19" y="110"/>
                </a:cubicBezTo>
                <a:cubicBezTo>
                  <a:pt x="12" y="126"/>
                  <a:pt x="12" y="126"/>
                  <a:pt x="12" y="126"/>
                </a:cubicBezTo>
                <a:cubicBezTo>
                  <a:pt x="23" y="136"/>
                  <a:pt x="23" y="136"/>
                  <a:pt x="23" y="136"/>
                </a:cubicBezTo>
                <a:cubicBezTo>
                  <a:pt x="39" y="129"/>
                  <a:pt x="39" y="129"/>
                  <a:pt x="39" y="129"/>
                </a:cubicBezTo>
                <a:cubicBezTo>
                  <a:pt x="41" y="130"/>
                  <a:pt x="43" y="131"/>
                  <a:pt x="45" y="132"/>
                </a:cubicBezTo>
                <a:cubicBezTo>
                  <a:pt x="51" y="148"/>
                  <a:pt x="51" y="148"/>
                  <a:pt x="51" y="148"/>
                </a:cubicBezTo>
                <a:cubicBezTo>
                  <a:pt x="66" y="148"/>
                  <a:pt x="66" y="148"/>
                  <a:pt x="66" y="148"/>
                </a:cubicBezTo>
                <a:cubicBezTo>
                  <a:pt x="72" y="132"/>
                  <a:pt x="72" y="132"/>
                  <a:pt x="72" y="132"/>
                </a:cubicBezTo>
                <a:cubicBezTo>
                  <a:pt x="74" y="131"/>
                  <a:pt x="76" y="130"/>
                  <a:pt x="78" y="129"/>
                </a:cubicBezTo>
                <a:cubicBezTo>
                  <a:pt x="94" y="136"/>
                  <a:pt x="94" y="136"/>
                  <a:pt x="94" y="136"/>
                </a:cubicBezTo>
                <a:cubicBezTo>
                  <a:pt x="105" y="126"/>
                  <a:pt x="105" y="126"/>
                  <a:pt x="105" y="126"/>
                </a:cubicBezTo>
                <a:cubicBezTo>
                  <a:pt x="98" y="110"/>
                  <a:pt x="98" y="110"/>
                  <a:pt x="98" y="110"/>
                </a:cubicBezTo>
                <a:cubicBezTo>
                  <a:pt x="99" y="108"/>
                  <a:pt x="99" y="106"/>
                  <a:pt x="100" y="104"/>
                </a:cubicBezTo>
                <a:lnTo>
                  <a:pt x="117" y="97"/>
                </a:lnTo>
                <a:close/>
                <a:moveTo>
                  <a:pt x="58" y="66"/>
                </a:moveTo>
                <a:cubicBezTo>
                  <a:pt x="45" y="66"/>
                  <a:pt x="34" y="77"/>
                  <a:pt x="34" y="90"/>
                </a:cubicBezTo>
                <a:cubicBezTo>
                  <a:pt x="34" y="104"/>
                  <a:pt x="45" y="115"/>
                  <a:pt x="58" y="115"/>
                </a:cubicBezTo>
                <a:cubicBezTo>
                  <a:pt x="72" y="115"/>
                  <a:pt x="83" y="104"/>
                  <a:pt x="83" y="90"/>
                </a:cubicBezTo>
                <a:cubicBezTo>
                  <a:pt x="83" y="77"/>
                  <a:pt x="72" y="66"/>
                  <a:pt x="58" y="66"/>
                </a:cubicBezTo>
                <a:close/>
                <a:moveTo>
                  <a:pt x="152" y="185"/>
                </a:moveTo>
                <a:cubicBezTo>
                  <a:pt x="138" y="185"/>
                  <a:pt x="138" y="185"/>
                  <a:pt x="138" y="185"/>
                </a:cubicBezTo>
              </a:path>
            </a:pathLst>
          </a:custGeom>
          <a:noFill/>
          <a:ln w="28575" cap="rnd">
            <a:solidFill>
              <a:srgbClr val="26234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32968A8E-F860-DA96-C3CD-3C3E4A0AC4B4}"/>
              </a:ext>
            </a:extLst>
          </p:cNvPr>
          <p:cNvSpPr>
            <a:spLocks noEditPoints="1"/>
          </p:cNvSpPr>
          <p:nvPr/>
        </p:nvSpPr>
        <p:spPr bwMode="auto">
          <a:xfrm>
            <a:off x="3887822" y="4298373"/>
            <a:ext cx="712428" cy="619563"/>
          </a:xfrm>
          <a:custGeom>
            <a:avLst/>
            <a:gdLst>
              <a:gd name="T0" fmla="*/ 35 w 214"/>
              <a:gd name="T1" fmla="*/ 101 h 186"/>
              <a:gd name="T2" fmla="*/ 23 w 214"/>
              <a:gd name="T3" fmla="*/ 81 h 186"/>
              <a:gd name="T4" fmla="*/ 25 w 214"/>
              <a:gd name="T5" fmla="*/ 69 h 186"/>
              <a:gd name="T6" fmla="*/ 27 w 214"/>
              <a:gd name="T7" fmla="*/ 68 h 186"/>
              <a:gd name="T8" fmla="*/ 40 w 214"/>
              <a:gd name="T9" fmla="*/ 70 h 186"/>
              <a:gd name="T10" fmla="*/ 70 w 214"/>
              <a:gd name="T11" fmla="*/ 119 h 186"/>
              <a:gd name="T12" fmla="*/ 70 w 214"/>
              <a:gd name="T13" fmla="*/ 156 h 186"/>
              <a:gd name="T14" fmla="*/ 35 w 214"/>
              <a:gd name="T15" fmla="*/ 156 h 186"/>
              <a:gd name="T16" fmla="*/ 35 w 214"/>
              <a:gd name="T17" fmla="*/ 143 h 186"/>
              <a:gd name="T18" fmla="*/ 0 w 214"/>
              <a:gd name="T19" fmla="*/ 105 h 186"/>
              <a:gd name="T20" fmla="*/ 0 w 214"/>
              <a:gd name="T21" fmla="*/ 31 h 186"/>
              <a:gd name="T22" fmla="*/ 9 w 214"/>
              <a:gd name="T23" fmla="*/ 22 h 186"/>
              <a:gd name="T24" fmla="*/ 9 w 214"/>
              <a:gd name="T25" fmla="*/ 22 h 186"/>
              <a:gd name="T26" fmla="*/ 17 w 214"/>
              <a:gd name="T27" fmla="*/ 31 h 186"/>
              <a:gd name="T28" fmla="*/ 17 w 214"/>
              <a:gd name="T29" fmla="*/ 60 h 186"/>
              <a:gd name="T30" fmla="*/ 80 w 214"/>
              <a:gd name="T31" fmla="*/ 186 h 186"/>
              <a:gd name="T32" fmla="*/ 80 w 214"/>
              <a:gd name="T33" fmla="*/ 156 h 186"/>
              <a:gd name="T34" fmla="*/ 25 w 214"/>
              <a:gd name="T35" fmla="*/ 156 h 186"/>
              <a:gd name="T36" fmla="*/ 25 w 214"/>
              <a:gd name="T37" fmla="*/ 186 h 186"/>
              <a:gd name="T38" fmla="*/ 179 w 214"/>
              <a:gd name="T39" fmla="*/ 101 h 186"/>
              <a:gd name="T40" fmla="*/ 191 w 214"/>
              <a:gd name="T41" fmla="*/ 81 h 186"/>
              <a:gd name="T42" fmla="*/ 189 w 214"/>
              <a:gd name="T43" fmla="*/ 69 h 186"/>
              <a:gd name="T44" fmla="*/ 187 w 214"/>
              <a:gd name="T45" fmla="*/ 68 h 186"/>
              <a:gd name="T46" fmla="*/ 174 w 214"/>
              <a:gd name="T47" fmla="*/ 70 h 186"/>
              <a:gd name="T48" fmla="*/ 144 w 214"/>
              <a:gd name="T49" fmla="*/ 119 h 186"/>
              <a:gd name="T50" fmla="*/ 144 w 214"/>
              <a:gd name="T51" fmla="*/ 156 h 186"/>
              <a:gd name="T52" fmla="*/ 179 w 214"/>
              <a:gd name="T53" fmla="*/ 156 h 186"/>
              <a:gd name="T54" fmla="*/ 179 w 214"/>
              <a:gd name="T55" fmla="*/ 143 h 186"/>
              <a:gd name="T56" fmla="*/ 214 w 214"/>
              <a:gd name="T57" fmla="*/ 105 h 186"/>
              <a:gd name="T58" fmla="*/ 214 w 214"/>
              <a:gd name="T59" fmla="*/ 31 h 186"/>
              <a:gd name="T60" fmla="*/ 205 w 214"/>
              <a:gd name="T61" fmla="*/ 22 h 186"/>
              <a:gd name="T62" fmla="*/ 205 w 214"/>
              <a:gd name="T63" fmla="*/ 22 h 186"/>
              <a:gd name="T64" fmla="*/ 197 w 214"/>
              <a:gd name="T65" fmla="*/ 31 h 186"/>
              <a:gd name="T66" fmla="*/ 197 w 214"/>
              <a:gd name="T67" fmla="*/ 60 h 186"/>
              <a:gd name="T68" fmla="*/ 189 w 214"/>
              <a:gd name="T69" fmla="*/ 186 h 186"/>
              <a:gd name="T70" fmla="*/ 189 w 214"/>
              <a:gd name="T71" fmla="*/ 156 h 186"/>
              <a:gd name="T72" fmla="*/ 134 w 214"/>
              <a:gd name="T73" fmla="*/ 156 h 186"/>
              <a:gd name="T74" fmla="*/ 134 w 214"/>
              <a:gd name="T75" fmla="*/ 186 h 186"/>
              <a:gd name="T76" fmla="*/ 107 w 214"/>
              <a:gd name="T77" fmla="*/ 0 h 186"/>
              <a:gd name="T78" fmla="*/ 58 w 214"/>
              <a:gd name="T79" fmla="*/ 48 h 186"/>
              <a:gd name="T80" fmla="*/ 107 w 214"/>
              <a:gd name="T81" fmla="*/ 97 h 186"/>
              <a:gd name="T82" fmla="*/ 156 w 214"/>
              <a:gd name="T83" fmla="*/ 48 h 186"/>
              <a:gd name="T84" fmla="*/ 107 w 214"/>
              <a:gd name="T85" fmla="*/ 0 h 186"/>
              <a:gd name="T86" fmla="*/ 94 w 214"/>
              <a:gd name="T87" fmla="*/ 64 h 186"/>
              <a:gd name="T88" fmla="*/ 107 w 214"/>
              <a:gd name="T89" fmla="*/ 72 h 186"/>
              <a:gd name="T90" fmla="*/ 120 w 214"/>
              <a:gd name="T91" fmla="*/ 60 h 186"/>
              <a:gd name="T92" fmla="*/ 107 w 214"/>
              <a:gd name="T93" fmla="*/ 48 h 186"/>
              <a:gd name="T94" fmla="*/ 94 w 214"/>
              <a:gd name="T95" fmla="*/ 36 h 186"/>
              <a:gd name="T96" fmla="*/ 107 w 214"/>
              <a:gd name="T97" fmla="*/ 24 h 186"/>
              <a:gd name="T98" fmla="*/ 120 w 214"/>
              <a:gd name="T99" fmla="*/ 32 h 186"/>
              <a:gd name="T100" fmla="*/ 107 w 214"/>
              <a:gd name="T101" fmla="*/ 24 h 186"/>
              <a:gd name="T102" fmla="*/ 107 w 214"/>
              <a:gd name="T103" fmla="*/ 17 h 186"/>
              <a:gd name="T104" fmla="*/ 107 w 214"/>
              <a:gd name="T105" fmla="*/ 79 h 186"/>
              <a:gd name="T106" fmla="*/ 107 w 214"/>
              <a:gd name="T107" fmla="*/ 72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14" h="186">
                <a:moveTo>
                  <a:pt x="35" y="101"/>
                </a:moveTo>
                <a:cubicBezTo>
                  <a:pt x="23" y="81"/>
                  <a:pt x="23" y="81"/>
                  <a:pt x="23" y="81"/>
                </a:cubicBezTo>
                <a:cubicBezTo>
                  <a:pt x="20" y="77"/>
                  <a:pt x="21" y="72"/>
                  <a:pt x="25" y="69"/>
                </a:cubicBezTo>
                <a:cubicBezTo>
                  <a:pt x="27" y="68"/>
                  <a:pt x="27" y="68"/>
                  <a:pt x="27" y="68"/>
                </a:cubicBezTo>
                <a:cubicBezTo>
                  <a:pt x="31" y="65"/>
                  <a:pt x="37" y="66"/>
                  <a:pt x="40" y="70"/>
                </a:cubicBezTo>
                <a:cubicBezTo>
                  <a:pt x="70" y="119"/>
                  <a:pt x="70" y="119"/>
                  <a:pt x="70" y="119"/>
                </a:cubicBezTo>
                <a:cubicBezTo>
                  <a:pt x="70" y="156"/>
                  <a:pt x="70" y="156"/>
                  <a:pt x="70" y="156"/>
                </a:cubicBezTo>
                <a:cubicBezTo>
                  <a:pt x="35" y="156"/>
                  <a:pt x="35" y="156"/>
                  <a:pt x="35" y="156"/>
                </a:cubicBezTo>
                <a:cubicBezTo>
                  <a:pt x="35" y="143"/>
                  <a:pt x="35" y="143"/>
                  <a:pt x="35" y="143"/>
                </a:cubicBezTo>
                <a:cubicBezTo>
                  <a:pt x="0" y="105"/>
                  <a:pt x="0" y="105"/>
                  <a:pt x="0" y="105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6"/>
                  <a:pt x="4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14" y="22"/>
                  <a:pt x="17" y="26"/>
                  <a:pt x="17" y="31"/>
                </a:cubicBezTo>
                <a:cubicBezTo>
                  <a:pt x="17" y="60"/>
                  <a:pt x="17" y="60"/>
                  <a:pt x="17" y="60"/>
                </a:cubicBezTo>
                <a:moveTo>
                  <a:pt x="80" y="186"/>
                </a:moveTo>
                <a:cubicBezTo>
                  <a:pt x="80" y="156"/>
                  <a:pt x="80" y="156"/>
                  <a:pt x="80" y="156"/>
                </a:cubicBezTo>
                <a:cubicBezTo>
                  <a:pt x="25" y="156"/>
                  <a:pt x="25" y="156"/>
                  <a:pt x="25" y="156"/>
                </a:cubicBezTo>
                <a:cubicBezTo>
                  <a:pt x="25" y="186"/>
                  <a:pt x="25" y="186"/>
                  <a:pt x="25" y="186"/>
                </a:cubicBezTo>
                <a:moveTo>
                  <a:pt x="179" y="101"/>
                </a:moveTo>
                <a:cubicBezTo>
                  <a:pt x="191" y="81"/>
                  <a:pt x="191" y="81"/>
                  <a:pt x="191" y="81"/>
                </a:cubicBezTo>
                <a:cubicBezTo>
                  <a:pt x="194" y="77"/>
                  <a:pt x="193" y="72"/>
                  <a:pt x="189" y="69"/>
                </a:cubicBezTo>
                <a:cubicBezTo>
                  <a:pt x="187" y="68"/>
                  <a:pt x="187" y="68"/>
                  <a:pt x="187" y="68"/>
                </a:cubicBezTo>
                <a:cubicBezTo>
                  <a:pt x="183" y="65"/>
                  <a:pt x="177" y="66"/>
                  <a:pt x="174" y="70"/>
                </a:cubicBezTo>
                <a:cubicBezTo>
                  <a:pt x="144" y="119"/>
                  <a:pt x="144" y="119"/>
                  <a:pt x="144" y="119"/>
                </a:cubicBezTo>
                <a:cubicBezTo>
                  <a:pt x="144" y="156"/>
                  <a:pt x="144" y="156"/>
                  <a:pt x="144" y="156"/>
                </a:cubicBezTo>
                <a:cubicBezTo>
                  <a:pt x="179" y="156"/>
                  <a:pt x="179" y="156"/>
                  <a:pt x="179" y="156"/>
                </a:cubicBezTo>
                <a:cubicBezTo>
                  <a:pt x="179" y="143"/>
                  <a:pt x="179" y="143"/>
                  <a:pt x="179" y="143"/>
                </a:cubicBezTo>
                <a:cubicBezTo>
                  <a:pt x="214" y="105"/>
                  <a:pt x="214" y="105"/>
                  <a:pt x="214" y="105"/>
                </a:cubicBezTo>
                <a:cubicBezTo>
                  <a:pt x="214" y="31"/>
                  <a:pt x="214" y="31"/>
                  <a:pt x="214" y="31"/>
                </a:cubicBezTo>
                <a:cubicBezTo>
                  <a:pt x="214" y="26"/>
                  <a:pt x="210" y="22"/>
                  <a:pt x="205" y="22"/>
                </a:cubicBezTo>
                <a:cubicBezTo>
                  <a:pt x="205" y="22"/>
                  <a:pt x="205" y="22"/>
                  <a:pt x="205" y="22"/>
                </a:cubicBezTo>
                <a:cubicBezTo>
                  <a:pt x="200" y="22"/>
                  <a:pt x="197" y="26"/>
                  <a:pt x="197" y="31"/>
                </a:cubicBezTo>
                <a:cubicBezTo>
                  <a:pt x="197" y="60"/>
                  <a:pt x="197" y="60"/>
                  <a:pt x="197" y="60"/>
                </a:cubicBezTo>
                <a:moveTo>
                  <a:pt x="189" y="186"/>
                </a:moveTo>
                <a:cubicBezTo>
                  <a:pt x="189" y="156"/>
                  <a:pt x="189" y="156"/>
                  <a:pt x="189" y="156"/>
                </a:cubicBezTo>
                <a:cubicBezTo>
                  <a:pt x="134" y="156"/>
                  <a:pt x="134" y="156"/>
                  <a:pt x="134" y="156"/>
                </a:cubicBezTo>
                <a:cubicBezTo>
                  <a:pt x="134" y="186"/>
                  <a:pt x="134" y="186"/>
                  <a:pt x="134" y="186"/>
                </a:cubicBezTo>
                <a:moveTo>
                  <a:pt x="107" y="0"/>
                </a:moveTo>
                <a:cubicBezTo>
                  <a:pt x="80" y="0"/>
                  <a:pt x="58" y="21"/>
                  <a:pt x="58" y="48"/>
                </a:cubicBezTo>
                <a:cubicBezTo>
                  <a:pt x="58" y="75"/>
                  <a:pt x="80" y="97"/>
                  <a:pt x="107" y="97"/>
                </a:cubicBezTo>
                <a:cubicBezTo>
                  <a:pt x="134" y="97"/>
                  <a:pt x="156" y="75"/>
                  <a:pt x="156" y="48"/>
                </a:cubicBezTo>
                <a:cubicBezTo>
                  <a:pt x="156" y="21"/>
                  <a:pt x="134" y="0"/>
                  <a:pt x="107" y="0"/>
                </a:cubicBezTo>
                <a:close/>
                <a:moveTo>
                  <a:pt x="94" y="64"/>
                </a:moveTo>
                <a:cubicBezTo>
                  <a:pt x="96" y="69"/>
                  <a:pt x="101" y="72"/>
                  <a:pt x="107" y="72"/>
                </a:cubicBezTo>
                <a:cubicBezTo>
                  <a:pt x="114" y="72"/>
                  <a:pt x="120" y="67"/>
                  <a:pt x="120" y="60"/>
                </a:cubicBezTo>
                <a:cubicBezTo>
                  <a:pt x="120" y="54"/>
                  <a:pt x="115" y="49"/>
                  <a:pt x="107" y="48"/>
                </a:cubicBezTo>
                <a:cubicBezTo>
                  <a:pt x="100" y="48"/>
                  <a:pt x="94" y="43"/>
                  <a:pt x="94" y="36"/>
                </a:cubicBezTo>
                <a:cubicBezTo>
                  <a:pt x="94" y="29"/>
                  <a:pt x="100" y="24"/>
                  <a:pt x="107" y="24"/>
                </a:cubicBezTo>
                <a:cubicBezTo>
                  <a:pt x="113" y="24"/>
                  <a:pt x="118" y="28"/>
                  <a:pt x="120" y="32"/>
                </a:cubicBezTo>
                <a:moveTo>
                  <a:pt x="107" y="24"/>
                </a:moveTo>
                <a:cubicBezTo>
                  <a:pt x="107" y="17"/>
                  <a:pt x="107" y="17"/>
                  <a:pt x="107" y="17"/>
                </a:cubicBezTo>
                <a:moveTo>
                  <a:pt x="107" y="79"/>
                </a:moveTo>
                <a:cubicBezTo>
                  <a:pt x="107" y="72"/>
                  <a:pt x="107" y="72"/>
                  <a:pt x="107" y="72"/>
                </a:cubicBezTo>
              </a:path>
            </a:pathLst>
          </a:custGeom>
          <a:noFill/>
          <a:ln w="28575" cap="rnd">
            <a:solidFill>
              <a:srgbClr val="26234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07B515-769E-BC55-7CE0-6733BBF6CF1D}"/>
              </a:ext>
            </a:extLst>
          </p:cNvPr>
          <p:cNvSpPr txBox="1"/>
          <p:nvPr/>
        </p:nvSpPr>
        <p:spPr>
          <a:xfrm>
            <a:off x="5651046" y="5099225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1"/>
            <a:r>
              <a:rPr lang="fa-IR" dirty="0"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109834-40F5-3E9E-276A-42EB7CE66D28}"/>
              </a:ext>
            </a:extLst>
          </p:cNvPr>
          <p:cNvSpPr txBox="1"/>
          <p:nvPr/>
        </p:nvSpPr>
        <p:spPr>
          <a:xfrm>
            <a:off x="5453562" y="5408830"/>
            <a:ext cx="24791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است.</a:t>
            </a:r>
            <a:endParaRPr lang="en-US" sz="1400" dirty="0"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723309-5CA8-C535-510F-0AF3C327580C}"/>
              </a:ext>
            </a:extLst>
          </p:cNvPr>
          <p:cNvSpPr txBox="1"/>
          <p:nvPr/>
        </p:nvSpPr>
        <p:spPr>
          <a:xfrm>
            <a:off x="7338727" y="3375719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1"/>
            <a:r>
              <a:rPr lang="fa-IR" dirty="0"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185B89-3623-D837-A00C-1F6587A2EEA3}"/>
              </a:ext>
            </a:extLst>
          </p:cNvPr>
          <p:cNvSpPr txBox="1"/>
          <p:nvPr/>
        </p:nvSpPr>
        <p:spPr>
          <a:xfrm>
            <a:off x="7302527" y="3685324"/>
            <a:ext cx="21566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است.</a:t>
            </a:r>
            <a:endParaRPr lang="en-US" sz="1400" dirty="0"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342353-DCFB-9C2C-0739-F46EA8ECB48E}"/>
              </a:ext>
            </a:extLst>
          </p:cNvPr>
          <p:cNvSpPr txBox="1"/>
          <p:nvPr/>
        </p:nvSpPr>
        <p:spPr>
          <a:xfrm>
            <a:off x="852922" y="2371861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1"/>
            <a:r>
              <a:rPr lang="fa-IR" dirty="0"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747D2D-D208-8764-7DCB-17C1D35D8E26}"/>
              </a:ext>
            </a:extLst>
          </p:cNvPr>
          <p:cNvSpPr txBox="1"/>
          <p:nvPr/>
        </p:nvSpPr>
        <p:spPr>
          <a:xfrm>
            <a:off x="641544" y="2739089"/>
            <a:ext cx="25069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است.</a:t>
            </a:r>
            <a:endParaRPr lang="en-US" sz="1400" dirty="0"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BA9999-A73F-89EC-1FFA-598F246C8B05}"/>
              </a:ext>
            </a:extLst>
          </p:cNvPr>
          <p:cNvSpPr txBox="1"/>
          <p:nvPr/>
        </p:nvSpPr>
        <p:spPr>
          <a:xfrm>
            <a:off x="3330371" y="939807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1"/>
            <a:r>
              <a:rPr lang="fa-IR" dirty="0"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B4225B-4CBA-531B-EC42-8A15404EE30E}"/>
              </a:ext>
            </a:extLst>
          </p:cNvPr>
          <p:cNvSpPr txBox="1"/>
          <p:nvPr/>
        </p:nvSpPr>
        <p:spPr>
          <a:xfrm>
            <a:off x="3148524" y="1307035"/>
            <a:ext cx="2447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است.</a:t>
            </a:r>
            <a:endParaRPr lang="en-US" sz="1400" dirty="0"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6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7812057B-E70E-CECA-BCBC-96EE6BE978D4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7" name="Freeform: Shape 6">
            <a:hlinkClick r:id="rId4" action="ppaction://hlinksldjump"/>
            <a:extLst>
              <a:ext uri="{FF2B5EF4-FFF2-40B4-BE49-F238E27FC236}">
                <a16:creationId xmlns:a16="http://schemas.microsoft.com/office/drawing/2014/main" id="{B1843019-A69D-E1A0-DAAF-A8BFE13A2B31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8" name="!!Freeform: Shape 32">
            <a:hlinkClick r:id="rId4" action="ppaction://hlinksldjump"/>
            <a:extLst>
              <a:ext uri="{FF2B5EF4-FFF2-40B4-BE49-F238E27FC236}">
                <a16:creationId xmlns:a16="http://schemas.microsoft.com/office/drawing/2014/main" id="{80B4C8A8-F45E-1CF6-4769-BD2A0EE6994C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9" name="Freeform: Shape 8">
            <a:hlinkClick r:id="rId5" action="ppaction://hlinksldjump"/>
            <a:extLst>
              <a:ext uri="{FF2B5EF4-FFF2-40B4-BE49-F238E27FC236}">
                <a16:creationId xmlns:a16="http://schemas.microsoft.com/office/drawing/2014/main" id="{55C3D867-4022-752B-0E19-708AD81F2D7B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10" name="!!Freeform: Shape 34">
            <a:hlinkClick r:id="rId6" action="ppaction://hlinksldjump"/>
            <a:extLst>
              <a:ext uri="{FF2B5EF4-FFF2-40B4-BE49-F238E27FC236}">
                <a16:creationId xmlns:a16="http://schemas.microsoft.com/office/drawing/2014/main" id="{841F0022-44DC-5439-3C90-96F4FB7BFB95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54CD4BA-E348-DE67-E4F6-C06123B4B9DC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8FFB85-D544-3172-FC10-CAA12FE9BBC7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B74A09F-A98F-26AE-9915-60BF210E6E4B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70C52C2-5E9B-56EA-1F5F-151BC2737F68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888C139-E25C-9F43-8622-143CCAF760DE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0650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2AAB169B-572E-437F-A606-1D0CB6229DAF}"/>
              </a:ext>
            </a:extLst>
          </p:cNvPr>
          <p:cNvSpPr>
            <a:spLocks/>
          </p:cNvSpPr>
          <p:nvPr/>
        </p:nvSpPr>
        <p:spPr bwMode="auto">
          <a:xfrm>
            <a:off x="3547912" y="4287346"/>
            <a:ext cx="2324100" cy="871538"/>
          </a:xfrm>
          <a:custGeom>
            <a:avLst/>
            <a:gdLst>
              <a:gd name="T0" fmla="*/ 611 w 611"/>
              <a:gd name="T1" fmla="*/ 148 h 229"/>
              <a:gd name="T2" fmla="*/ 161 w 611"/>
              <a:gd name="T3" fmla="*/ 110 h 229"/>
              <a:gd name="T4" fmla="*/ 113 w 611"/>
              <a:gd name="T5" fmla="*/ 158 h 229"/>
              <a:gd name="T6" fmla="*/ 136 w 611"/>
              <a:gd name="T7" fmla="*/ 181 h 229"/>
              <a:gd name="T8" fmla="*/ 0 w 611"/>
              <a:gd name="T9" fmla="*/ 217 h 229"/>
              <a:gd name="T10" fmla="*/ 36 w 611"/>
              <a:gd name="T11" fmla="*/ 81 h 229"/>
              <a:gd name="T12" fmla="*/ 58 w 611"/>
              <a:gd name="T13" fmla="*/ 103 h 229"/>
              <a:gd name="T14" fmla="*/ 106 w 611"/>
              <a:gd name="T15" fmla="*/ 55 h 229"/>
              <a:gd name="T16" fmla="*/ 161 w 611"/>
              <a:gd name="T17" fmla="*/ 0 h 229"/>
              <a:gd name="T18" fmla="*/ 187 w 611"/>
              <a:gd name="T19" fmla="*/ 29 h 229"/>
              <a:gd name="T20" fmla="*/ 572 w 611"/>
              <a:gd name="T21" fmla="*/ 80 h 229"/>
              <a:gd name="T22" fmla="*/ 611 w 611"/>
              <a:gd name="T23" fmla="*/ 148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1" h="229">
                <a:moveTo>
                  <a:pt x="611" y="148"/>
                </a:moveTo>
                <a:cubicBezTo>
                  <a:pt x="470" y="229"/>
                  <a:pt x="290" y="216"/>
                  <a:pt x="161" y="110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36" y="181"/>
                  <a:pt x="136" y="181"/>
                  <a:pt x="136" y="181"/>
                </a:cubicBezTo>
                <a:cubicBezTo>
                  <a:pt x="0" y="217"/>
                  <a:pt x="0" y="217"/>
                  <a:pt x="0" y="217"/>
                </a:cubicBezTo>
                <a:cubicBezTo>
                  <a:pt x="36" y="81"/>
                  <a:pt x="36" y="81"/>
                  <a:pt x="36" y="81"/>
                </a:cubicBezTo>
                <a:cubicBezTo>
                  <a:pt x="58" y="103"/>
                  <a:pt x="58" y="103"/>
                  <a:pt x="58" y="103"/>
                </a:cubicBezTo>
                <a:cubicBezTo>
                  <a:pt x="106" y="55"/>
                  <a:pt x="106" y="55"/>
                  <a:pt x="106" y="55"/>
                </a:cubicBezTo>
                <a:cubicBezTo>
                  <a:pt x="161" y="0"/>
                  <a:pt x="161" y="0"/>
                  <a:pt x="161" y="0"/>
                </a:cubicBezTo>
                <a:cubicBezTo>
                  <a:pt x="169" y="10"/>
                  <a:pt x="178" y="20"/>
                  <a:pt x="187" y="29"/>
                </a:cubicBezTo>
                <a:cubicBezTo>
                  <a:pt x="291" y="133"/>
                  <a:pt x="450" y="150"/>
                  <a:pt x="572" y="80"/>
                </a:cubicBezTo>
                <a:lnTo>
                  <a:pt x="611" y="148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  <a:cs typeface="Arial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C908A74A-4E3E-4BF9-AE2B-E716FC1CFD2C}"/>
              </a:ext>
            </a:extLst>
          </p:cNvPr>
          <p:cNvSpPr>
            <a:spLocks/>
          </p:cNvSpPr>
          <p:nvPr/>
        </p:nvSpPr>
        <p:spPr bwMode="auto">
          <a:xfrm>
            <a:off x="5868837" y="2782396"/>
            <a:ext cx="871537" cy="2327275"/>
          </a:xfrm>
          <a:custGeom>
            <a:avLst/>
            <a:gdLst>
              <a:gd name="T0" fmla="*/ 81 w 229"/>
              <a:gd name="T1" fmla="*/ 575 h 611"/>
              <a:gd name="T2" fmla="*/ 103 w 229"/>
              <a:gd name="T3" fmla="*/ 553 h 611"/>
              <a:gd name="T4" fmla="*/ 0 w 229"/>
              <a:gd name="T5" fmla="*/ 450 h 611"/>
              <a:gd name="T6" fmla="*/ 29 w 229"/>
              <a:gd name="T7" fmla="*/ 424 h 611"/>
              <a:gd name="T8" fmla="*/ 80 w 229"/>
              <a:gd name="T9" fmla="*/ 39 h 611"/>
              <a:gd name="T10" fmla="*/ 148 w 229"/>
              <a:gd name="T11" fmla="*/ 0 h 611"/>
              <a:gd name="T12" fmla="*/ 110 w 229"/>
              <a:gd name="T13" fmla="*/ 450 h 611"/>
              <a:gd name="T14" fmla="*/ 158 w 229"/>
              <a:gd name="T15" fmla="*/ 498 h 611"/>
              <a:gd name="T16" fmla="*/ 181 w 229"/>
              <a:gd name="T17" fmla="*/ 475 h 611"/>
              <a:gd name="T18" fmla="*/ 217 w 229"/>
              <a:gd name="T19" fmla="*/ 611 h 611"/>
              <a:gd name="T20" fmla="*/ 81 w 229"/>
              <a:gd name="T21" fmla="*/ 575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29" h="611">
                <a:moveTo>
                  <a:pt x="81" y="575"/>
                </a:moveTo>
                <a:cubicBezTo>
                  <a:pt x="103" y="553"/>
                  <a:pt x="103" y="553"/>
                  <a:pt x="103" y="553"/>
                </a:cubicBezTo>
                <a:cubicBezTo>
                  <a:pt x="0" y="450"/>
                  <a:pt x="0" y="450"/>
                  <a:pt x="0" y="450"/>
                </a:cubicBezTo>
                <a:cubicBezTo>
                  <a:pt x="10" y="442"/>
                  <a:pt x="20" y="433"/>
                  <a:pt x="29" y="424"/>
                </a:cubicBezTo>
                <a:cubicBezTo>
                  <a:pt x="133" y="320"/>
                  <a:pt x="150" y="161"/>
                  <a:pt x="80" y="39"/>
                </a:cubicBezTo>
                <a:cubicBezTo>
                  <a:pt x="148" y="0"/>
                  <a:pt x="148" y="0"/>
                  <a:pt x="148" y="0"/>
                </a:cubicBezTo>
                <a:cubicBezTo>
                  <a:pt x="229" y="141"/>
                  <a:pt x="216" y="321"/>
                  <a:pt x="110" y="450"/>
                </a:cubicBezTo>
                <a:cubicBezTo>
                  <a:pt x="158" y="498"/>
                  <a:pt x="158" y="498"/>
                  <a:pt x="158" y="498"/>
                </a:cubicBezTo>
                <a:cubicBezTo>
                  <a:pt x="181" y="475"/>
                  <a:pt x="181" y="475"/>
                  <a:pt x="181" y="475"/>
                </a:cubicBezTo>
                <a:cubicBezTo>
                  <a:pt x="217" y="611"/>
                  <a:pt x="217" y="611"/>
                  <a:pt x="217" y="611"/>
                </a:cubicBezTo>
                <a:lnTo>
                  <a:pt x="81" y="575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5CA92E69-A4CE-4B92-AEDC-16D25B1EDD71}"/>
              </a:ext>
            </a:extLst>
          </p:cNvPr>
          <p:cNvSpPr>
            <a:spLocks/>
          </p:cNvSpPr>
          <p:nvPr/>
        </p:nvSpPr>
        <p:spPr bwMode="auto">
          <a:xfrm>
            <a:off x="4365474" y="1914034"/>
            <a:ext cx="2325687" cy="871538"/>
          </a:xfrm>
          <a:custGeom>
            <a:avLst/>
            <a:gdLst>
              <a:gd name="T0" fmla="*/ 611 w 611"/>
              <a:gd name="T1" fmla="*/ 12 h 229"/>
              <a:gd name="T2" fmla="*/ 575 w 611"/>
              <a:gd name="T3" fmla="*/ 148 h 229"/>
              <a:gd name="T4" fmla="*/ 553 w 611"/>
              <a:gd name="T5" fmla="*/ 126 h 229"/>
              <a:gd name="T6" fmla="*/ 505 w 611"/>
              <a:gd name="T7" fmla="*/ 174 h 229"/>
              <a:gd name="T8" fmla="*/ 486 w 611"/>
              <a:gd name="T9" fmla="*/ 193 h 229"/>
              <a:gd name="T10" fmla="*/ 450 w 611"/>
              <a:gd name="T11" fmla="*/ 229 h 229"/>
              <a:gd name="T12" fmla="*/ 424 w 611"/>
              <a:gd name="T13" fmla="*/ 200 h 229"/>
              <a:gd name="T14" fmla="*/ 39 w 611"/>
              <a:gd name="T15" fmla="*/ 149 h 229"/>
              <a:gd name="T16" fmla="*/ 0 w 611"/>
              <a:gd name="T17" fmla="*/ 81 h 229"/>
              <a:gd name="T18" fmla="*/ 450 w 611"/>
              <a:gd name="T19" fmla="*/ 119 h 229"/>
              <a:gd name="T20" fmla="*/ 498 w 611"/>
              <a:gd name="T21" fmla="*/ 71 h 229"/>
              <a:gd name="T22" fmla="*/ 475 w 611"/>
              <a:gd name="T23" fmla="*/ 48 h 229"/>
              <a:gd name="T24" fmla="*/ 611 w 611"/>
              <a:gd name="T25" fmla="*/ 12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11" h="229">
                <a:moveTo>
                  <a:pt x="611" y="12"/>
                </a:moveTo>
                <a:cubicBezTo>
                  <a:pt x="575" y="148"/>
                  <a:pt x="575" y="148"/>
                  <a:pt x="575" y="148"/>
                </a:cubicBezTo>
                <a:cubicBezTo>
                  <a:pt x="553" y="126"/>
                  <a:pt x="553" y="126"/>
                  <a:pt x="553" y="126"/>
                </a:cubicBezTo>
                <a:cubicBezTo>
                  <a:pt x="505" y="174"/>
                  <a:pt x="505" y="174"/>
                  <a:pt x="505" y="174"/>
                </a:cubicBezTo>
                <a:cubicBezTo>
                  <a:pt x="486" y="193"/>
                  <a:pt x="486" y="193"/>
                  <a:pt x="486" y="193"/>
                </a:cubicBezTo>
                <a:cubicBezTo>
                  <a:pt x="450" y="229"/>
                  <a:pt x="450" y="229"/>
                  <a:pt x="450" y="229"/>
                </a:cubicBezTo>
                <a:cubicBezTo>
                  <a:pt x="442" y="219"/>
                  <a:pt x="433" y="209"/>
                  <a:pt x="424" y="200"/>
                </a:cubicBezTo>
                <a:cubicBezTo>
                  <a:pt x="320" y="96"/>
                  <a:pt x="161" y="79"/>
                  <a:pt x="39" y="149"/>
                </a:cubicBezTo>
                <a:cubicBezTo>
                  <a:pt x="0" y="81"/>
                  <a:pt x="0" y="81"/>
                  <a:pt x="0" y="81"/>
                </a:cubicBezTo>
                <a:cubicBezTo>
                  <a:pt x="141" y="0"/>
                  <a:pt x="321" y="13"/>
                  <a:pt x="450" y="119"/>
                </a:cubicBezTo>
                <a:cubicBezTo>
                  <a:pt x="498" y="71"/>
                  <a:pt x="498" y="71"/>
                  <a:pt x="498" y="71"/>
                </a:cubicBezTo>
                <a:cubicBezTo>
                  <a:pt x="475" y="48"/>
                  <a:pt x="475" y="48"/>
                  <a:pt x="475" y="48"/>
                </a:cubicBezTo>
                <a:lnTo>
                  <a:pt x="611" y="1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  <a:cs typeface="Arial"/>
            </a:endParaRPr>
          </a:p>
        </p:txBody>
      </p:sp>
      <p:sp>
        <p:nvSpPr>
          <p:cNvPr id="35" name="Freeform 9">
            <a:extLst>
              <a:ext uri="{FF2B5EF4-FFF2-40B4-BE49-F238E27FC236}">
                <a16:creationId xmlns:a16="http://schemas.microsoft.com/office/drawing/2014/main" id="{7C879EC6-3572-42AF-8853-F933EE85914D}"/>
              </a:ext>
            </a:extLst>
          </p:cNvPr>
          <p:cNvSpPr>
            <a:spLocks/>
          </p:cNvSpPr>
          <p:nvPr/>
        </p:nvSpPr>
        <p:spPr bwMode="auto">
          <a:xfrm>
            <a:off x="3498699" y="1963246"/>
            <a:ext cx="869950" cy="2327275"/>
          </a:xfrm>
          <a:custGeom>
            <a:avLst/>
            <a:gdLst>
              <a:gd name="T0" fmla="*/ 200 w 229"/>
              <a:gd name="T1" fmla="*/ 187 h 611"/>
              <a:gd name="T2" fmla="*/ 149 w 229"/>
              <a:gd name="T3" fmla="*/ 572 h 611"/>
              <a:gd name="T4" fmla="*/ 81 w 229"/>
              <a:gd name="T5" fmla="*/ 611 h 611"/>
              <a:gd name="T6" fmla="*/ 119 w 229"/>
              <a:gd name="T7" fmla="*/ 161 h 611"/>
              <a:gd name="T8" fmla="*/ 71 w 229"/>
              <a:gd name="T9" fmla="*/ 113 h 611"/>
              <a:gd name="T10" fmla="*/ 48 w 229"/>
              <a:gd name="T11" fmla="*/ 136 h 611"/>
              <a:gd name="T12" fmla="*/ 12 w 229"/>
              <a:gd name="T13" fmla="*/ 0 h 611"/>
              <a:gd name="T14" fmla="*/ 148 w 229"/>
              <a:gd name="T15" fmla="*/ 36 h 611"/>
              <a:gd name="T16" fmla="*/ 126 w 229"/>
              <a:gd name="T17" fmla="*/ 58 h 611"/>
              <a:gd name="T18" fmla="*/ 174 w 229"/>
              <a:gd name="T19" fmla="*/ 106 h 611"/>
              <a:gd name="T20" fmla="*/ 193 w 229"/>
              <a:gd name="T21" fmla="*/ 125 h 611"/>
              <a:gd name="T22" fmla="*/ 229 w 229"/>
              <a:gd name="T23" fmla="*/ 161 h 611"/>
              <a:gd name="T24" fmla="*/ 200 w 229"/>
              <a:gd name="T25" fmla="*/ 187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9" h="611">
                <a:moveTo>
                  <a:pt x="200" y="187"/>
                </a:moveTo>
                <a:cubicBezTo>
                  <a:pt x="96" y="291"/>
                  <a:pt x="79" y="450"/>
                  <a:pt x="149" y="572"/>
                </a:cubicBezTo>
                <a:cubicBezTo>
                  <a:pt x="81" y="611"/>
                  <a:pt x="81" y="611"/>
                  <a:pt x="81" y="611"/>
                </a:cubicBezTo>
                <a:cubicBezTo>
                  <a:pt x="0" y="470"/>
                  <a:pt x="13" y="290"/>
                  <a:pt x="119" y="161"/>
                </a:cubicBezTo>
                <a:cubicBezTo>
                  <a:pt x="71" y="113"/>
                  <a:pt x="71" y="113"/>
                  <a:pt x="71" y="113"/>
                </a:cubicBezTo>
                <a:cubicBezTo>
                  <a:pt x="48" y="136"/>
                  <a:pt x="48" y="136"/>
                  <a:pt x="48" y="136"/>
                </a:cubicBezTo>
                <a:cubicBezTo>
                  <a:pt x="12" y="0"/>
                  <a:pt x="12" y="0"/>
                  <a:pt x="12" y="0"/>
                </a:cubicBezTo>
                <a:cubicBezTo>
                  <a:pt x="148" y="36"/>
                  <a:pt x="148" y="36"/>
                  <a:pt x="148" y="36"/>
                </a:cubicBezTo>
                <a:cubicBezTo>
                  <a:pt x="126" y="58"/>
                  <a:pt x="126" y="58"/>
                  <a:pt x="126" y="58"/>
                </a:cubicBezTo>
                <a:cubicBezTo>
                  <a:pt x="174" y="106"/>
                  <a:pt x="174" y="106"/>
                  <a:pt x="174" y="106"/>
                </a:cubicBezTo>
                <a:cubicBezTo>
                  <a:pt x="193" y="125"/>
                  <a:pt x="193" y="125"/>
                  <a:pt x="193" y="125"/>
                </a:cubicBezTo>
                <a:cubicBezTo>
                  <a:pt x="229" y="161"/>
                  <a:pt x="229" y="161"/>
                  <a:pt x="229" y="161"/>
                </a:cubicBezTo>
                <a:cubicBezTo>
                  <a:pt x="219" y="169"/>
                  <a:pt x="209" y="178"/>
                  <a:pt x="200" y="187"/>
                </a:cubicBez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0" name="Text Placeholder 33">
            <a:extLst>
              <a:ext uri="{FF2B5EF4-FFF2-40B4-BE49-F238E27FC236}">
                <a16:creationId xmlns:a16="http://schemas.microsoft.com/office/drawing/2014/main" id="{2BC5BD46-50F8-4141-8824-E8412293DF00}"/>
              </a:ext>
            </a:extLst>
          </p:cNvPr>
          <p:cNvSpPr txBox="1">
            <a:spLocks/>
          </p:cNvSpPr>
          <p:nvPr/>
        </p:nvSpPr>
        <p:spPr>
          <a:xfrm>
            <a:off x="1304910" y="1639396"/>
            <a:ext cx="1863279" cy="1066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sz="1200" dirty="0">
                <a:solidFill>
                  <a:srgbClr val="000000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</a:t>
            </a:r>
            <a:endParaRPr lang="en-US" sz="1200" dirty="0">
              <a:solidFill>
                <a:srgbClr val="000000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41" name="Text Placeholder 33">
            <a:extLst>
              <a:ext uri="{FF2B5EF4-FFF2-40B4-BE49-F238E27FC236}">
                <a16:creationId xmlns:a16="http://schemas.microsoft.com/office/drawing/2014/main" id="{88CEF7F1-386F-4AB0-9DAE-020CB19969ED}"/>
              </a:ext>
            </a:extLst>
          </p:cNvPr>
          <p:cNvSpPr txBox="1">
            <a:spLocks/>
          </p:cNvSpPr>
          <p:nvPr/>
        </p:nvSpPr>
        <p:spPr>
          <a:xfrm>
            <a:off x="1304910" y="4868371"/>
            <a:ext cx="1863279" cy="1066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sz="1200" dirty="0">
                <a:solidFill>
                  <a:srgbClr val="000000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</a:t>
            </a:r>
            <a:endParaRPr lang="en-US" sz="1200" dirty="0">
              <a:solidFill>
                <a:srgbClr val="000000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B7FCAFAE-C23E-4981-B0FE-4861D008ABEE}"/>
              </a:ext>
            </a:extLst>
          </p:cNvPr>
          <p:cNvSpPr txBox="1">
            <a:spLocks/>
          </p:cNvSpPr>
          <p:nvPr/>
        </p:nvSpPr>
        <p:spPr>
          <a:xfrm>
            <a:off x="7076925" y="4868371"/>
            <a:ext cx="1863279" cy="1066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sz="1200" dirty="0">
                <a:solidFill>
                  <a:srgbClr val="000000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</a:t>
            </a:r>
            <a:endParaRPr lang="en-US" sz="1200" dirty="0">
              <a:solidFill>
                <a:srgbClr val="000000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43" name="Text Placeholder 33">
            <a:extLst>
              <a:ext uri="{FF2B5EF4-FFF2-40B4-BE49-F238E27FC236}">
                <a16:creationId xmlns:a16="http://schemas.microsoft.com/office/drawing/2014/main" id="{0D144592-88D4-45D7-AEB4-6AA2A4DADE78}"/>
              </a:ext>
            </a:extLst>
          </p:cNvPr>
          <p:cNvSpPr txBox="1">
            <a:spLocks/>
          </p:cNvSpPr>
          <p:nvPr/>
        </p:nvSpPr>
        <p:spPr>
          <a:xfrm>
            <a:off x="7076925" y="1639396"/>
            <a:ext cx="1863279" cy="1066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sz="1200" dirty="0">
                <a:solidFill>
                  <a:srgbClr val="000000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</a:t>
            </a:r>
            <a:endParaRPr lang="en-US" sz="1200" dirty="0">
              <a:solidFill>
                <a:srgbClr val="000000"/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307C4947-FC28-4253-8116-69A56852D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0114" y="1287572"/>
            <a:ext cx="2436899" cy="317758"/>
          </a:xfrm>
        </p:spPr>
        <p:txBody>
          <a:bodyPr>
            <a:noAutofit/>
          </a:bodyPr>
          <a:lstStyle/>
          <a:p>
            <a:r>
              <a:rPr lang="fa-IR" sz="20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921EF6D3-7D71-4D11-8DB1-D29F9EBA1E29}"/>
              </a:ext>
            </a:extLst>
          </p:cNvPr>
          <p:cNvSpPr txBox="1">
            <a:spLocks/>
          </p:cNvSpPr>
          <p:nvPr/>
        </p:nvSpPr>
        <p:spPr>
          <a:xfrm>
            <a:off x="6801898" y="4515691"/>
            <a:ext cx="2436899" cy="3177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sz="20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4B54FEBC-1D9D-49C2-A32B-3A8EA512BBA4}"/>
              </a:ext>
            </a:extLst>
          </p:cNvPr>
          <p:cNvSpPr txBox="1">
            <a:spLocks/>
          </p:cNvSpPr>
          <p:nvPr/>
        </p:nvSpPr>
        <p:spPr>
          <a:xfrm>
            <a:off x="1028170" y="1287572"/>
            <a:ext cx="2436899" cy="3177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/>
            <a:r>
              <a:rPr lang="fa-IR" sz="20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B6A27D19-DC94-4666-BF1B-E16A20E9A0BD}"/>
              </a:ext>
            </a:extLst>
          </p:cNvPr>
          <p:cNvSpPr txBox="1">
            <a:spLocks/>
          </p:cNvSpPr>
          <p:nvPr/>
        </p:nvSpPr>
        <p:spPr>
          <a:xfrm>
            <a:off x="1039954" y="4515691"/>
            <a:ext cx="2436899" cy="3177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/>
            <a:r>
              <a:rPr lang="fa-IR" sz="20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3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4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5</a:t>
            </a:r>
          </a:p>
        </p:txBody>
      </p:sp>
      <p:sp>
        <p:nvSpPr>
          <p:cNvPr id="8" name="Arrow: Chevron 7">
            <a:hlinkClick r:id="rId7" action="ppaction://hlinksldjump"/>
            <a:extLst>
              <a:ext uri="{FF2B5EF4-FFF2-40B4-BE49-F238E27FC236}">
                <a16:creationId xmlns:a16="http://schemas.microsoft.com/office/drawing/2014/main" id="{B424AE3A-AD00-360D-2170-6617441C2BB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9" name="Arrow: Chevron 8">
            <a:hlinkClick r:id="rId7" action="ppaction://hlinksldjump"/>
            <a:extLst>
              <a:ext uri="{FF2B5EF4-FFF2-40B4-BE49-F238E27FC236}">
                <a16:creationId xmlns:a16="http://schemas.microsoft.com/office/drawing/2014/main" id="{26741363-E471-C862-0F4F-C49FA4E11874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34501732"/>
      </p:ext>
    </p:extLst>
  </p:cSld>
  <p:clrMapOvr>
    <a:masterClrMapping/>
  </p:clrMapOvr>
  <p:transition spd="med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7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7000">
                                          <p:cBhvr additive="base">
                                            <p:cTn id="7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7000">
                                          <p:cBhvr additive="base">
                                            <p:cTn id="8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67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7000">
                                          <p:cBhvr additive="base">
                                            <p:cTn id="11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7000">
                                          <p:cBhvr additive="base">
                                            <p:cTn id="12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67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7000">
                                          <p:cBhvr additive="base">
                                            <p:cTn id="1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7000">
                                          <p:cBhvr additive="base">
                                            <p:cTn id="1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67000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7000">
                                          <p:cBhvr additive="base">
                                            <p:cTn id="19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7000">
                                          <p:cBhvr additive="base">
                                            <p:cTn id="20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53" presetClass="entr" presetSubtype="16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2" grpId="0" animBg="1"/>
          <p:bldP spid="33" grpId="0" animBg="1"/>
          <p:bldP spid="34" grpId="0" animBg="1"/>
          <p:bldP spid="35" grpId="0" animBg="1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53" presetClass="entr" presetSubtype="16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2" grpId="0" animBg="1"/>
          <p:bldP spid="33" grpId="0" animBg="1"/>
          <p:bldP spid="34" grpId="0" animBg="1"/>
          <p:bldP spid="35" grpId="0" animBg="1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</p:bldLst>
      </p:timing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1291765" y="1280473"/>
            <a:ext cx="9608457" cy="4297054"/>
          </a:xfrm>
          <a:prstGeom prst="roundRect">
            <a:avLst>
              <a:gd name="adj" fmla="val 1309"/>
            </a:avLst>
          </a:prstGeom>
          <a:solidFill>
            <a:srgbClr val="262344"/>
          </a:solidFill>
          <a:ln>
            <a:solidFill>
              <a:srgbClr val="262344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2E3265-0067-49BB-B185-6A88ADF64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7297" y="2317953"/>
            <a:ext cx="6690269" cy="1201095"/>
          </a:xfrm>
        </p:spPr>
        <p:txBody>
          <a:bodyPr>
            <a:noAutofit/>
          </a:bodyPr>
          <a:lstStyle/>
          <a:p>
            <a:r>
              <a:rPr lang="fa-IR" sz="66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عنوان فصل دوم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BBA44A2-354B-4CA5-BA07-20E9E168A8A9}"/>
              </a:ext>
            </a:extLst>
          </p:cNvPr>
          <p:cNvSpPr/>
          <p:nvPr/>
        </p:nvSpPr>
        <p:spPr>
          <a:xfrm>
            <a:off x="5554715" y="1035310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cs typeface="B Titr" panose="00000700000000000000" pitchFamily="2" charset="-78"/>
            </a:endParaRPr>
          </a:p>
        </p:txBody>
      </p:sp>
      <p:pic>
        <p:nvPicPr>
          <p:cNvPr id="21" name="Graphic 20" descr="Home">
            <a:extLst>
              <a:ext uri="{FF2B5EF4-FFF2-40B4-BE49-F238E27FC236}">
                <a16:creationId xmlns:a16="http://schemas.microsoft.com/office/drawing/2014/main" id="{445AD03F-DC12-4E8D-81B6-7B74D49A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1400" y="1048873"/>
            <a:ext cx="389195" cy="389195"/>
          </a:xfrm>
          <a:prstGeom prst="rect">
            <a:avLst/>
          </a:prstGeom>
        </p:spPr>
      </p:pic>
      <p:sp>
        <p:nvSpPr>
          <p:cNvPr id="29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FF3AFF16-998E-4019-8AB5-D18BC8C43CB0}"/>
              </a:ext>
            </a:extLst>
          </p:cNvPr>
          <p:cNvSpPr/>
          <p:nvPr/>
        </p:nvSpPr>
        <p:spPr>
          <a:xfrm flipH="1">
            <a:off x="12228020" y="1348992"/>
            <a:ext cx="2127509" cy="57939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0" name="Freeform: Shape 29">
            <a:hlinkClick r:id="rId4" action="ppaction://hlinksldjump"/>
            <a:extLst>
              <a:ext uri="{FF2B5EF4-FFF2-40B4-BE49-F238E27FC236}">
                <a16:creationId xmlns:a16="http://schemas.microsoft.com/office/drawing/2014/main" id="{5E169015-33E8-4D36-9AE6-2B6696A95EB9}"/>
              </a:ext>
            </a:extLst>
          </p:cNvPr>
          <p:cNvSpPr/>
          <p:nvPr/>
        </p:nvSpPr>
        <p:spPr>
          <a:xfrm flipH="1">
            <a:off x="12228020" y="2252344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4" action="ppaction://hlinksldjump"/>
            <a:extLst>
              <a:ext uri="{FF2B5EF4-FFF2-40B4-BE49-F238E27FC236}">
                <a16:creationId xmlns:a16="http://schemas.microsoft.com/office/drawing/2014/main" id="{7E06BC56-4CDB-4893-8542-BABB3D350A0C}"/>
              </a:ext>
            </a:extLst>
          </p:cNvPr>
          <p:cNvSpPr/>
          <p:nvPr/>
        </p:nvSpPr>
        <p:spPr>
          <a:xfrm flipH="1">
            <a:off x="12228020" y="3155696"/>
            <a:ext cx="2127510" cy="57939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40" name="Freeform: Shape 39">
            <a:hlinkClick r:id="rId5" action="ppaction://hlinksldjump"/>
            <a:extLst>
              <a:ext uri="{FF2B5EF4-FFF2-40B4-BE49-F238E27FC236}">
                <a16:creationId xmlns:a16="http://schemas.microsoft.com/office/drawing/2014/main" id="{AB6D9056-2C7E-4A84-9224-CA946D9C7395}"/>
              </a:ext>
            </a:extLst>
          </p:cNvPr>
          <p:cNvSpPr/>
          <p:nvPr/>
        </p:nvSpPr>
        <p:spPr>
          <a:xfrm flipH="1">
            <a:off x="12228020" y="4059048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41" name="!!Freeform: Shape 34">
            <a:hlinkClick r:id="rId6" action="ppaction://hlinksldjump"/>
            <a:extLst>
              <a:ext uri="{FF2B5EF4-FFF2-40B4-BE49-F238E27FC236}">
                <a16:creationId xmlns:a16="http://schemas.microsoft.com/office/drawing/2014/main" id="{04703027-9E90-45AC-8F53-1570CFC00486}"/>
              </a:ext>
            </a:extLst>
          </p:cNvPr>
          <p:cNvSpPr/>
          <p:nvPr/>
        </p:nvSpPr>
        <p:spPr>
          <a:xfrm flipH="1">
            <a:off x="12205754" y="4962400"/>
            <a:ext cx="2127509" cy="57939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E6B9C04-DB38-4FC5-933F-3F77469B3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34" y="3764211"/>
            <a:ext cx="6772332" cy="1201095"/>
          </a:xfrm>
        </p:spPr>
        <p:txBody>
          <a:bodyPr>
            <a:normAutofit fontScale="55000" lnSpcReduction="20000"/>
          </a:bodyPr>
          <a:lstStyle/>
          <a:p>
            <a:pPr rtl="1">
              <a:lnSpc>
                <a:spcPct val="170000"/>
              </a:lnSpc>
            </a:pPr>
            <a:r>
              <a:rPr lang="fa-IR" dirty="0">
                <a:solidFill>
                  <a:schemeClr val="bg1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باشد.</a:t>
            </a:r>
          </a:p>
        </p:txBody>
      </p:sp>
      <p:sp>
        <p:nvSpPr>
          <p:cNvPr id="18" name="Arrow: Chevron 17">
            <a:hlinkClick r:id="rId3" action="ppaction://hlinksldjump"/>
            <a:extLst>
              <a:ext uri="{FF2B5EF4-FFF2-40B4-BE49-F238E27FC236}">
                <a16:creationId xmlns:a16="http://schemas.microsoft.com/office/drawing/2014/main" id="{41A475B3-8E5C-4641-BAFC-7F8BC4ECF8A8}"/>
              </a:ext>
            </a:extLst>
          </p:cNvPr>
          <p:cNvSpPr/>
          <p:nvPr/>
        </p:nvSpPr>
        <p:spPr>
          <a:xfrm>
            <a:off x="6595552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9" name="Arrow: Chevron 18">
            <a:hlinkClick r:id="rId3" action="ppaction://hlinksldjump"/>
            <a:extLst>
              <a:ext uri="{FF2B5EF4-FFF2-40B4-BE49-F238E27FC236}">
                <a16:creationId xmlns:a16="http://schemas.microsoft.com/office/drawing/2014/main" id="{CE860113-49CB-4A22-8158-531621CFB468}"/>
              </a:ext>
            </a:extLst>
          </p:cNvPr>
          <p:cNvSpPr/>
          <p:nvPr/>
        </p:nvSpPr>
        <p:spPr>
          <a:xfrm flipH="1">
            <a:off x="5249766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DFE6EF0-0437-48F0-A5BB-EB56C47D268F}"/>
              </a:ext>
            </a:extLst>
          </p:cNvPr>
          <p:cNvSpPr/>
          <p:nvPr/>
        </p:nvSpPr>
        <p:spPr>
          <a:xfrm>
            <a:off x="5554818" y="5337033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9C925-628A-B7FE-8B77-5494D21C5CAF}"/>
              </a:ext>
            </a:extLst>
          </p:cNvPr>
          <p:cNvSpPr txBox="1"/>
          <p:nvPr/>
        </p:nvSpPr>
        <p:spPr>
          <a:xfrm>
            <a:off x="5742961" y="5419805"/>
            <a:ext cx="706272" cy="4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400" kern="12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38725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2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2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3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4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8</a:t>
            </a:r>
          </a:p>
        </p:txBody>
      </p:sp>
      <p:sp>
        <p:nvSpPr>
          <p:cNvPr id="12" name="Arrow: Chevron 11">
            <a:hlinkClick r:id="rId2" action="ppaction://hlinksldjump"/>
            <a:extLst>
              <a:ext uri="{FF2B5EF4-FFF2-40B4-BE49-F238E27FC236}">
                <a16:creationId xmlns:a16="http://schemas.microsoft.com/office/drawing/2014/main" id="{7483CB28-0A21-D4F9-E0C3-ADED8875FE8A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3" name="Arrow: Chevron 12">
            <a:hlinkClick r:id="rId2" action="ppaction://hlinksldjump"/>
            <a:extLst>
              <a:ext uri="{FF2B5EF4-FFF2-40B4-BE49-F238E27FC236}">
                <a16:creationId xmlns:a16="http://schemas.microsoft.com/office/drawing/2014/main" id="{EFDC4F8A-F85F-95BC-9386-B89D80BB72F8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1" name="Freeform 38">
            <a:extLst>
              <a:ext uri="{FF2B5EF4-FFF2-40B4-BE49-F238E27FC236}">
                <a16:creationId xmlns:a16="http://schemas.microsoft.com/office/drawing/2014/main" id="{0A9C8F98-2A1A-DCCB-6C33-8E6B7CA4FBE3}"/>
              </a:ext>
            </a:extLst>
          </p:cNvPr>
          <p:cNvSpPr>
            <a:spLocks noEditPoints="1"/>
          </p:cNvSpPr>
          <p:nvPr/>
        </p:nvSpPr>
        <p:spPr bwMode="auto">
          <a:xfrm>
            <a:off x="966028" y="3976904"/>
            <a:ext cx="2070100" cy="1614488"/>
          </a:xfrm>
          <a:custGeom>
            <a:avLst/>
            <a:gdLst>
              <a:gd name="T0" fmla="*/ 544 w 544"/>
              <a:gd name="T1" fmla="*/ 207 h 424"/>
              <a:gd name="T2" fmla="*/ 518 w 544"/>
              <a:gd name="T3" fmla="*/ 188 h 424"/>
              <a:gd name="T4" fmla="*/ 423 w 544"/>
              <a:gd name="T5" fmla="*/ 192 h 424"/>
              <a:gd name="T6" fmla="*/ 212 w 544"/>
              <a:gd name="T7" fmla="*/ 0 h 424"/>
              <a:gd name="T8" fmla="*/ 0 w 544"/>
              <a:gd name="T9" fmla="*/ 212 h 424"/>
              <a:gd name="T10" fmla="*/ 212 w 544"/>
              <a:gd name="T11" fmla="*/ 424 h 424"/>
              <a:gd name="T12" fmla="*/ 423 w 544"/>
              <a:gd name="T13" fmla="*/ 232 h 424"/>
              <a:gd name="T14" fmla="*/ 520 w 544"/>
              <a:gd name="T15" fmla="*/ 227 h 424"/>
              <a:gd name="T16" fmla="*/ 544 w 544"/>
              <a:gd name="T17" fmla="*/ 207 h 424"/>
              <a:gd name="T18" fmla="*/ 212 w 544"/>
              <a:gd name="T19" fmla="*/ 384 h 424"/>
              <a:gd name="T20" fmla="*/ 40 w 544"/>
              <a:gd name="T21" fmla="*/ 212 h 424"/>
              <a:gd name="T22" fmla="*/ 212 w 544"/>
              <a:gd name="T23" fmla="*/ 40 h 424"/>
              <a:gd name="T24" fmla="*/ 384 w 544"/>
              <a:gd name="T25" fmla="*/ 212 h 424"/>
              <a:gd name="T26" fmla="*/ 212 w 544"/>
              <a:gd name="T27" fmla="*/ 384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" h="424">
                <a:moveTo>
                  <a:pt x="544" y="207"/>
                </a:moveTo>
                <a:cubicBezTo>
                  <a:pt x="518" y="188"/>
                  <a:pt x="518" y="188"/>
                  <a:pt x="518" y="188"/>
                </a:cubicBezTo>
                <a:cubicBezTo>
                  <a:pt x="486" y="190"/>
                  <a:pt x="455" y="191"/>
                  <a:pt x="423" y="192"/>
                </a:cubicBezTo>
                <a:cubicBezTo>
                  <a:pt x="413" y="84"/>
                  <a:pt x="322" y="0"/>
                  <a:pt x="212" y="0"/>
                </a:cubicBez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2" y="424"/>
                  <a:pt x="413" y="339"/>
                  <a:pt x="423" y="232"/>
                </a:cubicBezTo>
                <a:cubicBezTo>
                  <a:pt x="455" y="231"/>
                  <a:pt x="486" y="229"/>
                  <a:pt x="520" y="227"/>
                </a:cubicBezTo>
                <a:lnTo>
                  <a:pt x="544" y="207"/>
                </a:lnTo>
                <a:close/>
                <a:moveTo>
                  <a:pt x="212" y="384"/>
                </a:moveTo>
                <a:cubicBezTo>
                  <a:pt x="117" y="384"/>
                  <a:pt x="40" y="306"/>
                  <a:pt x="40" y="212"/>
                </a:cubicBezTo>
                <a:cubicBezTo>
                  <a:pt x="40" y="117"/>
                  <a:pt x="117" y="40"/>
                  <a:pt x="212" y="40"/>
                </a:cubicBezTo>
                <a:cubicBezTo>
                  <a:pt x="307" y="40"/>
                  <a:pt x="384" y="117"/>
                  <a:pt x="384" y="212"/>
                </a:cubicBezTo>
                <a:cubicBezTo>
                  <a:pt x="384" y="306"/>
                  <a:pt x="307" y="384"/>
                  <a:pt x="212" y="384"/>
                </a:cubicBezTo>
                <a:close/>
              </a:path>
            </a:pathLst>
          </a:custGeom>
          <a:solidFill>
            <a:srgbClr val="26234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Freeform 39">
            <a:extLst>
              <a:ext uri="{FF2B5EF4-FFF2-40B4-BE49-F238E27FC236}">
                <a16:creationId xmlns:a16="http://schemas.microsoft.com/office/drawing/2014/main" id="{2CC1E5FC-F33D-0B79-8D32-618FE314BD85}"/>
              </a:ext>
            </a:extLst>
          </p:cNvPr>
          <p:cNvSpPr>
            <a:spLocks noEditPoints="1"/>
          </p:cNvSpPr>
          <p:nvPr/>
        </p:nvSpPr>
        <p:spPr bwMode="auto">
          <a:xfrm>
            <a:off x="3009140" y="3794342"/>
            <a:ext cx="2363787" cy="1614488"/>
          </a:xfrm>
          <a:custGeom>
            <a:avLst/>
            <a:gdLst>
              <a:gd name="T0" fmla="*/ 621 w 621"/>
              <a:gd name="T1" fmla="*/ 115 h 424"/>
              <a:gd name="T2" fmla="*/ 587 w 621"/>
              <a:gd name="T3" fmla="*/ 105 h 424"/>
              <a:gd name="T4" fmla="*/ 513 w 621"/>
              <a:gd name="T5" fmla="*/ 135 h 424"/>
              <a:gd name="T6" fmla="*/ 315 w 621"/>
              <a:gd name="T7" fmla="*/ 0 h 424"/>
              <a:gd name="T8" fmla="*/ 103 w 621"/>
              <a:gd name="T9" fmla="*/ 212 h 424"/>
              <a:gd name="T10" fmla="*/ 104 w 621"/>
              <a:gd name="T11" fmla="*/ 225 h 424"/>
              <a:gd name="T12" fmla="*/ 0 w 621"/>
              <a:gd name="T13" fmla="*/ 234 h 424"/>
              <a:gd name="T14" fmla="*/ 26 w 621"/>
              <a:gd name="T15" fmla="*/ 255 h 424"/>
              <a:gd name="T16" fmla="*/ 3 w 621"/>
              <a:gd name="T17" fmla="*/ 274 h 424"/>
              <a:gd name="T18" fmla="*/ 110 w 621"/>
              <a:gd name="T19" fmla="*/ 264 h 424"/>
              <a:gd name="T20" fmla="*/ 315 w 621"/>
              <a:gd name="T21" fmla="*/ 424 h 424"/>
              <a:gd name="T22" fmla="*/ 527 w 621"/>
              <a:gd name="T23" fmla="*/ 212 h 424"/>
              <a:gd name="T24" fmla="*/ 524 w 621"/>
              <a:gd name="T25" fmla="*/ 175 h 424"/>
              <a:gd name="T26" fmla="*/ 603 w 621"/>
              <a:gd name="T27" fmla="*/ 144 h 424"/>
              <a:gd name="T28" fmla="*/ 621 w 621"/>
              <a:gd name="T29" fmla="*/ 115 h 424"/>
              <a:gd name="T30" fmla="*/ 315 w 621"/>
              <a:gd name="T31" fmla="*/ 384 h 424"/>
              <a:gd name="T32" fmla="*/ 143 w 621"/>
              <a:gd name="T33" fmla="*/ 212 h 424"/>
              <a:gd name="T34" fmla="*/ 315 w 621"/>
              <a:gd name="T35" fmla="*/ 40 h 424"/>
              <a:gd name="T36" fmla="*/ 487 w 621"/>
              <a:gd name="T37" fmla="*/ 212 h 424"/>
              <a:gd name="T38" fmla="*/ 315 w 621"/>
              <a:gd name="T39" fmla="*/ 384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21" h="424">
                <a:moveTo>
                  <a:pt x="621" y="115"/>
                </a:moveTo>
                <a:cubicBezTo>
                  <a:pt x="587" y="105"/>
                  <a:pt x="587" y="105"/>
                  <a:pt x="587" y="105"/>
                </a:cubicBezTo>
                <a:cubicBezTo>
                  <a:pt x="563" y="116"/>
                  <a:pt x="538" y="126"/>
                  <a:pt x="513" y="135"/>
                </a:cubicBezTo>
                <a:cubicBezTo>
                  <a:pt x="482" y="56"/>
                  <a:pt x="405" y="0"/>
                  <a:pt x="315" y="0"/>
                </a:cubicBezTo>
                <a:cubicBezTo>
                  <a:pt x="198" y="0"/>
                  <a:pt x="103" y="95"/>
                  <a:pt x="103" y="212"/>
                </a:cubicBezTo>
                <a:cubicBezTo>
                  <a:pt x="103" y="216"/>
                  <a:pt x="103" y="221"/>
                  <a:pt x="104" y="225"/>
                </a:cubicBezTo>
                <a:cubicBezTo>
                  <a:pt x="70" y="229"/>
                  <a:pt x="35" y="232"/>
                  <a:pt x="0" y="234"/>
                </a:cubicBezTo>
                <a:cubicBezTo>
                  <a:pt x="26" y="255"/>
                  <a:pt x="26" y="255"/>
                  <a:pt x="26" y="255"/>
                </a:cubicBezTo>
                <a:cubicBezTo>
                  <a:pt x="3" y="274"/>
                  <a:pt x="3" y="274"/>
                  <a:pt x="3" y="274"/>
                </a:cubicBezTo>
                <a:cubicBezTo>
                  <a:pt x="40" y="271"/>
                  <a:pt x="75" y="268"/>
                  <a:pt x="110" y="264"/>
                </a:cubicBezTo>
                <a:cubicBezTo>
                  <a:pt x="133" y="356"/>
                  <a:pt x="216" y="424"/>
                  <a:pt x="315" y="424"/>
                </a:cubicBezTo>
                <a:cubicBezTo>
                  <a:pt x="432" y="424"/>
                  <a:pt x="527" y="328"/>
                  <a:pt x="527" y="212"/>
                </a:cubicBezTo>
                <a:cubicBezTo>
                  <a:pt x="527" y="199"/>
                  <a:pt x="526" y="187"/>
                  <a:pt x="524" y="175"/>
                </a:cubicBezTo>
                <a:cubicBezTo>
                  <a:pt x="551" y="165"/>
                  <a:pt x="577" y="155"/>
                  <a:pt x="603" y="144"/>
                </a:cubicBezTo>
                <a:lnTo>
                  <a:pt x="621" y="115"/>
                </a:lnTo>
                <a:close/>
                <a:moveTo>
                  <a:pt x="315" y="384"/>
                </a:moveTo>
                <a:cubicBezTo>
                  <a:pt x="220" y="384"/>
                  <a:pt x="143" y="306"/>
                  <a:pt x="143" y="212"/>
                </a:cubicBezTo>
                <a:cubicBezTo>
                  <a:pt x="143" y="117"/>
                  <a:pt x="220" y="40"/>
                  <a:pt x="315" y="40"/>
                </a:cubicBezTo>
                <a:cubicBezTo>
                  <a:pt x="410" y="40"/>
                  <a:pt x="487" y="117"/>
                  <a:pt x="487" y="212"/>
                </a:cubicBezTo>
                <a:cubicBezTo>
                  <a:pt x="487" y="306"/>
                  <a:pt x="410" y="384"/>
                  <a:pt x="315" y="384"/>
                </a:cubicBez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Freeform 40">
            <a:extLst>
              <a:ext uri="{FF2B5EF4-FFF2-40B4-BE49-F238E27FC236}">
                <a16:creationId xmlns:a16="http://schemas.microsoft.com/office/drawing/2014/main" id="{322BE22E-205D-2128-0EFB-6C6623FFCF3A}"/>
              </a:ext>
            </a:extLst>
          </p:cNvPr>
          <p:cNvSpPr>
            <a:spLocks noEditPoints="1"/>
          </p:cNvSpPr>
          <p:nvPr/>
        </p:nvSpPr>
        <p:spPr bwMode="auto">
          <a:xfrm>
            <a:off x="7047740" y="1197192"/>
            <a:ext cx="1612900" cy="1709738"/>
          </a:xfrm>
          <a:custGeom>
            <a:avLst/>
            <a:gdLst>
              <a:gd name="T0" fmla="*/ 212 w 424"/>
              <a:gd name="T1" fmla="*/ 0 h 449"/>
              <a:gd name="T2" fmla="*/ 0 w 424"/>
              <a:gd name="T3" fmla="*/ 212 h 449"/>
              <a:gd name="T4" fmla="*/ 67 w 424"/>
              <a:gd name="T5" fmla="*/ 366 h 449"/>
              <a:gd name="T6" fmla="*/ 17 w 424"/>
              <a:gd name="T7" fmla="*/ 423 h 449"/>
              <a:gd name="T8" fmla="*/ 50 w 424"/>
              <a:gd name="T9" fmla="*/ 419 h 449"/>
              <a:gd name="T10" fmla="*/ 48 w 424"/>
              <a:gd name="T11" fmla="*/ 449 h 449"/>
              <a:gd name="T12" fmla="*/ 98 w 424"/>
              <a:gd name="T13" fmla="*/ 391 h 449"/>
              <a:gd name="T14" fmla="*/ 212 w 424"/>
              <a:gd name="T15" fmla="*/ 424 h 449"/>
              <a:gd name="T16" fmla="*/ 424 w 424"/>
              <a:gd name="T17" fmla="*/ 212 h 449"/>
              <a:gd name="T18" fmla="*/ 212 w 424"/>
              <a:gd name="T19" fmla="*/ 0 h 449"/>
              <a:gd name="T20" fmla="*/ 212 w 424"/>
              <a:gd name="T21" fmla="*/ 384 h 449"/>
              <a:gd name="T22" fmla="*/ 40 w 424"/>
              <a:gd name="T23" fmla="*/ 212 h 449"/>
              <a:gd name="T24" fmla="*/ 212 w 424"/>
              <a:gd name="T25" fmla="*/ 40 h 449"/>
              <a:gd name="T26" fmla="*/ 384 w 424"/>
              <a:gd name="T27" fmla="*/ 212 h 449"/>
              <a:gd name="T28" fmla="*/ 212 w 424"/>
              <a:gd name="T29" fmla="*/ 384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4" h="449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272"/>
                  <a:pt x="26" y="327"/>
                  <a:pt x="67" y="366"/>
                </a:cubicBezTo>
                <a:cubicBezTo>
                  <a:pt x="50" y="386"/>
                  <a:pt x="33" y="405"/>
                  <a:pt x="17" y="423"/>
                </a:cubicBezTo>
                <a:cubicBezTo>
                  <a:pt x="50" y="419"/>
                  <a:pt x="50" y="419"/>
                  <a:pt x="50" y="419"/>
                </a:cubicBezTo>
                <a:cubicBezTo>
                  <a:pt x="48" y="449"/>
                  <a:pt x="48" y="449"/>
                  <a:pt x="48" y="449"/>
                </a:cubicBezTo>
                <a:cubicBezTo>
                  <a:pt x="64" y="431"/>
                  <a:pt x="81" y="411"/>
                  <a:pt x="98" y="391"/>
                </a:cubicBezTo>
                <a:cubicBezTo>
                  <a:pt x="131" y="412"/>
                  <a:pt x="170" y="424"/>
                  <a:pt x="212" y="424"/>
                </a:cubicBezTo>
                <a:cubicBezTo>
                  <a:pt x="329" y="424"/>
                  <a:pt x="424" y="329"/>
                  <a:pt x="424" y="212"/>
                </a:cubicBezTo>
                <a:cubicBezTo>
                  <a:pt x="424" y="95"/>
                  <a:pt x="329" y="0"/>
                  <a:pt x="212" y="0"/>
                </a:cubicBezTo>
                <a:close/>
                <a:moveTo>
                  <a:pt x="212" y="384"/>
                </a:moveTo>
                <a:cubicBezTo>
                  <a:pt x="117" y="384"/>
                  <a:pt x="40" y="306"/>
                  <a:pt x="40" y="212"/>
                </a:cubicBezTo>
                <a:cubicBezTo>
                  <a:pt x="40" y="117"/>
                  <a:pt x="117" y="40"/>
                  <a:pt x="212" y="40"/>
                </a:cubicBezTo>
                <a:cubicBezTo>
                  <a:pt x="307" y="40"/>
                  <a:pt x="384" y="117"/>
                  <a:pt x="384" y="212"/>
                </a:cubicBezTo>
                <a:cubicBezTo>
                  <a:pt x="384" y="306"/>
                  <a:pt x="307" y="384"/>
                  <a:pt x="212" y="384"/>
                </a:cubicBez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" name="Freeform 41">
            <a:extLst>
              <a:ext uri="{FF2B5EF4-FFF2-40B4-BE49-F238E27FC236}">
                <a16:creationId xmlns:a16="http://schemas.microsoft.com/office/drawing/2014/main" id="{9819D65C-37CB-AA9F-CD2D-20F53D059301}"/>
              </a:ext>
            </a:extLst>
          </p:cNvPr>
          <p:cNvSpPr>
            <a:spLocks noEditPoints="1"/>
          </p:cNvSpPr>
          <p:nvPr/>
        </p:nvSpPr>
        <p:spPr bwMode="auto">
          <a:xfrm>
            <a:off x="5307840" y="2846604"/>
            <a:ext cx="1879600" cy="1620838"/>
          </a:xfrm>
          <a:custGeom>
            <a:avLst/>
            <a:gdLst>
              <a:gd name="T0" fmla="*/ 492 w 494"/>
              <a:gd name="T1" fmla="*/ 31 h 426"/>
              <a:gd name="T2" fmla="*/ 494 w 494"/>
              <a:gd name="T3" fmla="*/ 0 h 426"/>
              <a:gd name="T4" fmla="*/ 462 w 494"/>
              <a:gd name="T5" fmla="*/ 4 h 426"/>
              <a:gd name="T6" fmla="*/ 408 w 494"/>
              <a:gd name="T7" fmla="*/ 58 h 426"/>
              <a:gd name="T8" fmla="*/ 264 w 494"/>
              <a:gd name="T9" fmla="*/ 2 h 426"/>
              <a:gd name="T10" fmla="*/ 52 w 494"/>
              <a:gd name="T11" fmla="*/ 214 h 426"/>
              <a:gd name="T12" fmla="*/ 75 w 494"/>
              <a:gd name="T13" fmla="*/ 309 h 426"/>
              <a:gd name="T14" fmla="*/ 0 w 494"/>
              <a:gd name="T15" fmla="*/ 347 h 426"/>
              <a:gd name="T16" fmla="*/ 35 w 494"/>
              <a:gd name="T17" fmla="*/ 356 h 426"/>
              <a:gd name="T18" fmla="*/ 18 w 494"/>
              <a:gd name="T19" fmla="*/ 384 h 426"/>
              <a:gd name="T20" fmla="*/ 27 w 494"/>
              <a:gd name="T21" fmla="*/ 380 h 426"/>
              <a:gd name="T22" fmla="*/ 98 w 494"/>
              <a:gd name="T23" fmla="*/ 345 h 426"/>
              <a:gd name="T24" fmla="*/ 264 w 494"/>
              <a:gd name="T25" fmla="*/ 426 h 426"/>
              <a:gd name="T26" fmla="*/ 476 w 494"/>
              <a:gd name="T27" fmla="*/ 214 h 426"/>
              <a:gd name="T28" fmla="*/ 436 w 494"/>
              <a:gd name="T29" fmla="*/ 89 h 426"/>
              <a:gd name="T30" fmla="*/ 492 w 494"/>
              <a:gd name="T31" fmla="*/ 31 h 426"/>
              <a:gd name="T32" fmla="*/ 264 w 494"/>
              <a:gd name="T33" fmla="*/ 386 h 426"/>
              <a:gd name="T34" fmla="*/ 92 w 494"/>
              <a:gd name="T35" fmla="*/ 214 h 426"/>
              <a:gd name="T36" fmla="*/ 264 w 494"/>
              <a:gd name="T37" fmla="*/ 42 h 426"/>
              <a:gd name="T38" fmla="*/ 436 w 494"/>
              <a:gd name="T39" fmla="*/ 214 h 426"/>
              <a:gd name="T40" fmla="*/ 264 w 494"/>
              <a:gd name="T41" fmla="*/ 386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94" h="426">
                <a:moveTo>
                  <a:pt x="492" y="31"/>
                </a:moveTo>
                <a:cubicBezTo>
                  <a:pt x="494" y="0"/>
                  <a:pt x="494" y="0"/>
                  <a:pt x="494" y="0"/>
                </a:cubicBezTo>
                <a:cubicBezTo>
                  <a:pt x="462" y="4"/>
                  <a:pt x="462" y="4"/>
                  <a:pt x="462" y="4"/>
                </a:cubicBezTo>
                <a:cubicBezTo>
                  <a:pt x="442" y="25"/>
                  <a:pt x="426" y="41"/>
                  <a:pt x="408" y="58"/>
                </a:cubicBezTo>
                <a:cubicBezTo>
                  <a:pt x="370" y="23"/>
                  <a:pt x="320" y="2"/>
                  <a:pt x="264" y="2"/>
                </a:cubicBezTo>
                <a:cubicBezTo>
                  <a:pt x="147" y="2"/>
                  <a:pt x="52" y="97"/>
                  <a:pt x="52" y="214"/>
                </a:cubicBezTo>
                <a:cubicBezTo>
                  <a:pt x="52" y="248"/>
                  <a:pt x="61" y="281"/>
                  <a:pt x="75" y="309"/>
                </a:cubicBezTo>
                <a:cubicBezTo>
                  <a:pt x="50" y="322"/>
                  <a:pt x="26" y="335"/>
                  <a:pt x="0" y="347"/>
                </a:cubicBezTo>
                <a:cubicBezTo>
                  <a:pt x="35" y="356"/>
                  <a:pt x="35" y="356"/>
                  <a:pt x="35" y="356"/>
                </a:cubicBezTo>
                <a:cubicBezTo>
                  <a:pt x="18" y="384"/>
                  <a:pt x="18" y="384"/>
                  <a:pt x="18" y="384"/>
                </a:cubicBezTo>
                <a:cubicBezTo>
                  <a:pt x="21" y="383"/>
                  <a:pt x="24" y="382"/>
                  <a:pt x="27" y="380"/>
                </a:cubicBezTo>
                <a:cubicBezTo>
                  <a:pt x="51" y="369"/>
                  <a:pt x="74" y="357"/>
                  <a:pt x="98" y="345"/>
                </a:cubicBezTo>
                <a:cubicBezTo>
                  <a:pt x="136" y="394"/>
                  <a:pt x="197" y="426"/>
                  <a:pt x="264" y="426"/>
                </a:cubicBezTo>
                <a:cubicBezTo>
                  <a:pt x="381" y="426"/>
                  <a:pt x="476" y="331"/>
                  <a:pt x="476" y="214"/>
                </a:cubicBezTo>
                <a:cubicBezTo>
                  <a:pt x="476" y="167"/>
                  <a:pt x="461" y="124"/>
                  <a:pt x="436" y="89"/>
                </a:cubicBezTo>
                <a:cubicBezTo>
                  <a:pt x="455" y="70"/>
                  <a:pt x="471" y="53"/>
                  <a:pt x="492" y="31"/>
                </a:cubicBezTo>
                <a:close/>
                <a:moveTo>
                  <a:pt x="264" y="386"/>
                </a:moveTo>
                <a:cubicBezTo>
                  <a:pt x="169" y="386"/>
                  <a:pt x="92" y="309"/>
                  <a:pt x="92" y="214"/>
                </a:cubicBezTo>
                <a:cubicBezTo>
                  <a:pt x="92" y="119"/>
                  <a:pt x="169" y="42"/>
                  <a:pt x="264" y="42"/>
                </a:cubicBezTo>
                <a:cubicBezTo>
                  <a:pt x="359" y="42"/>
                  <a:pt x="436" y="119"/>
                  <a:pt x="436" y="214"/>
                </a:cubicBezTo>
                <a:cubicBezTo>
                  <a:pt x="436" y="309"/>
                  <a:pt x="359" y="386"/>
                  <a:pt x="264" y="386"/>
                </a:cubicBezTo>
                <a:close/>
              </a:path>
            </a:pathLst>
          </a:custGeom>
          <a:solidFill>
            <a:srgbClr val="26234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9242278B-94A8-8870-A4E2-DC9B783D709F}"/>
              </a:ext>
            </a:extLst>
          </p:cNvPr>
          <p:cNvSpPr>
            <a:spLocks noEditPoints="1"/>
          </p:cNvSpPr>
          <p:nvPr/>
        </p:nvSpPr>
        <p:spPr bwMode="auto">
          <a:xfrm>
            <a:off x="1486886" y="4424421"/>
            <a:ext cx="632037" cy="715200"/>
          </a:xfrm>
          <a:custGeom>
            <a:avLst/>
            <a:gdLst>
              <a:gd name="T0" fmla="*/ 61 w 190"/>
              <a:gd name="T1" fmla="*/ 168 h 215"/>
              <a:gd name="T2" fmla="*/ 46 w 190"/>
              <a:gd name="T3" fmla="*/ 129 h 215"/>
              <a:gd name="T4" fmla="*/ 36 w 190"/>
              <a:gd name="T5" fmla="*/ 96 h 215"/>
              <a:gd name="T6" fmla="*/ 95 w 190"/>
              <a:gd name="T7" fmla="*/ 37 h 215"/>
              <a:gd name="T8" fmla="*/ 155 w 190"/>
              <a:gd name="T9" fmla="*/ 96 h 215"/>
              <a:gd name="T10" fmla="*/ 145 w 190"/>
              <a:gd name="T11" fmla="*/ 129 h 215"/>
              <a:gd name="T12" fmla="*/ 130 w 190"/>
              <a:gd name="T13" fmla="*/ 161 h 215"/>
              <a:gd name="T14" fmla="*/ 95 w 190"/>
              <a:gd name="T15" fmla="*/ 60 h 215"/>
              <a:gd name="T16" fmla="*/ 60 w 190"/>
              <a:gd name="T17" fmla="*/ 95 h 215"/>
              <a:gd name="T18" fmla="*/ 95 w 190"/>
              <a:gd name="T19" fmla="*/ 131 h 215"/>
              <a:gd name="T20" fmla="*/ 131 w 190"/>
              <a:gd name="T21" fmla="*/ 95 h 215"/>
              <a:gd name="T22" fmla="*/ 95 w 190"/>
              <a:gd name="T23" fmla="*/ 60 h 215"/>
              <a:gd name="T24" fmla="*/ 82 w 190"/>
              <a:gd name="T25" fmla="*/ 101 h 215"/>
              <a:gd name="T26" fmla="*/ 92 w 190"/>
              <a:gd name="T27" fmla="*/ 113 h 215"/>
              <a:gd name="T28" fmla="*/ 109 w 190"/>
              <a:gd name="T29" fmla="*/ 84 h 215"/>
              <a:gd name="T30" fmla="*/ 95 w 190"/>
              <a:gd name="T31" fmla="*/ 18 h 215"/>
              <a:gd name="T32" fmla="*/ 95 w 190"/>
              <a:gd name="T33" fmla="*/ 0 h 215"/>
              <a:gd name="T34" fmla="*/ 57 w 190"/>
              <a:gd name="T35" fmla="*/ 29 h 215"/>
              <a:gd name="T36" fmla="*/ 48 w 190"/>
              <a:gd name="T37" fmla="*/ 13 h 215"/>
              <a:gd name="T38" fmla="*/ 13 w 190"/>
              <a:gd name="T39" fmla="*/ 48 h 215"/>
              <a:gd name="T40" fmla="*/ 29 w 190"/>
              <a:gd name="T41" fmla="*/ 57 h 215"/>
              <a:gd name="T42" fmla="*/ 0 w 190"/>
              <a:gd name="T43" fmla="*/ 95 h 215"/>
              <a:gd name="T44" fmla="*/ 19 w 190"/>
              <a:gd name="T45" fmla="*/ 95 h 215"/>
              <a:gd name="T46" fmla="*/ 143 w 190"/>
              <a:gd name="T47" fmla="*/ 13 h 215"/>
              <a:gd name="T48" fmla="*/ 134 w 190"/>
              <a:gd name="T49" fmla="*/ 29 h 215"/>
              <a:gd name="T50" fmla="*/ 178 w 190"/>
              <a:gd name="T51" fmla="*/ 48 h 215"/>
              <a:gd name="T52" fmla="*/ 162 w 190"/>
              <a:gd name="T53" fmla="*/ 57 h 215"/>
              <a:gd name="T54" fmla="*/ 172 w 190"/>
              <a:gd name="T55" fmla="*/ 95 h 215"/>
              <a:gd name="T56" fmla="*/ 190 w 190"/>
              <a:gd name="T57" fmla="*/ 95 h 215"/>
              <a:gd name="T58" fmla="*/ 117 w 190"/>
              <a:gd name="T59" fmla="*/ 173 h 215"/>
              <a:gd name="T60" fmla="*/ 70 w 190"/>
              <a:gd name="T61" fmla="*/ 186 h 215"/>
              <a:gd name="T62" fmla="*/ 65 w 190"/>
              <a:gd name="T63" fmla="*/ 193 h 215"/>
              <a:gd name="T64" fmla="*/ 72 w 190"/>
              <a:gd name="T65" fmla="*/ 201 h 215"/>
              <a:gd name="T66" fmla="*/ 76 w 190"/>
              <a:gd name="T67" fmla="*/ 200 h 215"/>
              <a:gd name="T68" fmla="*/ 117 w 190"/>
              <a:gd name="T69" fmla="*/ 189 h 215"/>
              <a:gd name="T70" fmla="*/ 117 w 190"/>
              <a:gd name="T71" fmla="*/ 189 h 215"/>
              <a:gd name="T72" fmla="*/ 119 w 190"/>
              <a:gd name="T73" fmla="*/ 189 h 215"/>
              <a:gd name="T74" fmla="*/ 126 w 190"/>
              <a:gd name="T75" fmla="*/ 197 h 215"/>
              <a:gd name="T76" fmla="*/ 121 w 190"/>
              <a:gd name="T77" fmla="*/ 204 h 215"/>
              <a:gd name="T78" fmla="*/ 81 w 190"/>
              <a:gd name="T79" fmla="*/ 215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90" h="215">
                <a:moveTo>
                  <a:pt x="61" y="168"/>
                </a:moveTo>
                <a:cubicBezTo>
                  <a:pt x="62" y="158"/>
                  <a:pt x="59" y="148"/>
                  <a:pt x="46" y="129"/>
                </a:cubicBezTo>
                <a:cubicBezTo>
                  <a:pt x="40" y="119"/>
                  <a:pt x="36" y="108"/>
                  <a:pt x="36" y="96"/>
                </a:cubicBezTo>
                <a:cubicBezTo>
                  <a:pt x="36" y="63"/>
                  <a:pt x="63" y="37"/>
                  <a:pt x="95" y="37"/>
                </a:cubicBezTo>
                <a:cubicBezTo>
                  <a:pt x="128" y="37"/>
                  <a:pt x="155" y="63"/>
                  <a:pt x="155" y="96"/>
                </a:cubicBezTo>
                <a:cubicBezTo>
                  <a:pt x="155" y="108"/>
                  <a:pt x="151" y="119"/>
                  <a:pt x="145" y="129"/>
                </a:cubicBezTo>
                <a:cubicBezTo>
                  <a:pt x="135" y="144"/>
                  <a:pt x="131" y="153"/>
                  <a:pt x="130" y="161"/>
                </a:cubicBezTo>
                <a:moveTo>
                  <a:pt x="95" y="60"/>
                </a:moveTo>
                <a:cubicBezTo>
                  <a:pt x="76" y="60"/>
                  <a:pt x="60" y="76"/>
                  <a:pt x="60" y="95"/>
                </a:cubicBezTo>
                <a:cubicBezTo>
                  <a:pt x="60" y="115"/>
                  <a:pt x="76" y="131"/>
                  <a:pt x="95" y="131"/>
                </a:cubicBezTo>
                <a:cubicBezTo>
                  <a:pt x="115" y="131"/>
                  <a:pt x="131" y="115"/>
                  <a:pt x="131" y="95"/>
                </a:cubicBezTo>
                <a:cubicBezTo>
                  <a:pt x="131" y="76"/>
                  <a:pt x="115" y="60"/>
                  <a:pt x="95" y="60"/>
                </a:cubicBezTo>
                <a:close/>
                <a:moveTo>
                  <a:pt x="82" y="101"/>
                </a:moveTo>
                <a:cubicBezTo>
                  <a:pt x="92" y="113"/>
                  <a:pt x="92" y="113"/>
                  <a:pt x="92" y="113"/>
                </a:cubicBezTo>
                <a:cubicBezTo>
                  <a:pt x="109" y="84"/>
                  <a:pt x="109" y="84"/>
                  <a:pt x="109" y="84"/>
                </a:cubicBezTo>
                <a:moveTo>
                  <a:pt x="95" y="18"/>
                </a:moveTo>
                <a:cubicBezTo>
                  <a:pt x="95" y="0"/>
                  <a:pt x="95" y="0"/>
                  <a:pt x="95" y="0"/>
                </a:cubicBezTo>
                <a:moveTo>
                  <a:pt x="57" y="29"/>
                </a:moveTo>
                <a:cubicBezTo>
                  <a:pt x="48" y="13"/>
                  <a:pt x="48" y="13"/>
                  <a:pt x="48" y="13"/>
                </a:cubicBezTo>
                <a:moveTo>
                  <a:pt x="13" y="48"/>
                </a:moveTo>
                <a:cubicBezTo>
                  <a:pt x="29" y="57"/>
                  <a:pt x="29" y="57"/>
                  <a:pt x="29" y="57"/>
                </a:cubicBezTo>
                <a:moveTo>
                  <a:pt x="0" y="95"/>
                </a:moveTo>
                <a:cubicBezTo>
                  <a:pt x="19" y="95"/>
                  <a:pt x="19" y="95"/>
                  <a:pt x="19" y="95"/>
                </a:cubicBezTo>
                <a:moveTo>
                  <a:pt x="143" y="13"/>
                </a:moveTo>
                <a:cubicBezTo>
                  <a:pt x="134" y="29"/>
                  <a:pt x="134" y="29"/>
                  <a:pt x="134" y="29"/>
                </a:cubicBezTo>
                <a:moveTo>
                  <a:pt x="178" y="48"/>
                </a:moveTo>
                <a:cubicBezTo>
                  <a:pt x="162" y="57"/>
                  <a:pt x="162" y="57"/>
                  <a:pt x="162" y="57"/>
                </a:cubicBezTo>
                <a:moveTo>
                  <a:pt x="172" y="95"/>
                </a:moveTo>
                <a:cubicBezTo>
                  <a:pt x="190" y="95"/>
                  <a:pt x="190" y="95"/>
                  <a:pt x="190" y="95"/>
                </a:cubicBezTo>
                <a:moveTo>
                  <a:pt x="117" y="173"/>
                </a:moveTo>
                <a:cubicBezTo>
                  <a:pt x="117" y="173"/>
                  <a:pt x="70" y="186"/>
                  <a:pt x="70" y="186"/>
                </a:cubicBezTo>
                <a:cubicBezTo>
                  <a:pt x="67" y="187"/>
                  <a:pt x="65" y="190"/>
                  <a:pt x="65" y="193"/>
                </a:cubicBezTo>
                <a:cubicBezTo>
                  <a:pt x="65" y="198"/>
                  <a:pt x="68" y="201"/>
                  <a:pt x="72" y="201"/>
                </a:cubicBezTo>
                <a:cubicBezTo>
                  <a:pt x="74" y="201"/>
                  <a:pt x="76" y="200"/>
                  <a:pt x="76" y="200"/>
                </a:cubicBezTo>
                <a:cubicBezTo>
                  <a:pt x="117" y="189"/>
                  <a:pt x="117" y="189"/>
                  <a:pt x="117" y="189"/>
                </a:cubicBezTo>
                <a:cubicBezTo>
                  <a:pt x="117" y="189"/>
                  <a:pt x="117" y="189"/>
                  <a:pt x="117" y="189"/>
                </a:cubicBezTo>
                <a:cubicBezTo>
                  <a:pt x="117" y="189"/>
                  <a:pt x="118" y="189"/>
                  <a:pt x="119" y="189"/>
                </a:cubicBezTo>
                <a:cubicBezTo>
                  <a:pt x="123" y="189"/>
                  <a:pt x="126" y="192"/>
                  <a:pt x="126" y="197"/>
                </a:cubicBezTo>
                <a:cubicBezTo>
                  <a:pt x="126" y="200"/>
                  <a:pt x="124" y="203"/>
                  <a:pt x="121" y="204"/>
                </a:cubicBezTo>
                <a:cubicBezTo>
                  <a:pt x="81" y="215"/>
                  <a:pt x="81" y="215"/>
                  <a:pt x="81" y="215"/>
                </a:cubicBezTo>
              </a:path>
            </a:pathLst>
          </a:custGeom>
          <a:noFill/>
          <a:ln w="28575" cap="rnd">
            <a:solidFill>
              <a:srgbClr val="26234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31BFFA3D-65B5-B03A-662F-F9188BA4E5D8}"/>
              </a:ext>
            </a:extLst>
          </p:cNvPr>
          <p:cNvSpPr>
            <a:spLocks noEditPoints="1"/>
          </p:cNvSpPr>
          <p:nvPr/>
        </p:nvSpPr>
        <p:spPr bwMode="auto">
          <a:xfrm>
            <a:off x="7566059" y="1665981"/>
            <a:ext cx="638968" cy="638968"/>
          </a:xfrm>
          <a:custGeom>
            <a:avLst/>
            <a:gdLst>
              <a:gd name="T0" fmla="*/ 165 w 192"/>
              <a:gd name="T1" fmla="*/ 52 h 192"/>
              <a:gd name="T2" fmla="*/ 180 w 192"/>
              <a:gd name="T3" fmla="*/ 102 h 192"/>
              <a:gd name="T4" fmla="*/ 90 w 192"/>
              <a:gd name="T5" fmla="*/ 192 h 192"/>
              <a:gd name="T6" fmla="*/ 0 w 192"/>
              <a:gd name="T7" fmla="*/ 102 h 192"/>
              <a:gd name="T8" fmla="*/ 90 w 192"/>
              <a:gd name="T9" fmla="*/ 12 h 192"/>
              <a:gd name="T10" fmla="*/ 139 w 192"/>
              <a:gd name="T11" fmla="*/ 27 h 192"/>
              <a:gd name="T12" fmla="*/ 124 w 192"/>
              <a:gd name="T13" fmla="*/ 43 h 192"/>
              <a:gd name="T14" fmla="*/ 90 w 192"/>
              <a:gd name="T15" fmla="*/ 34 h 192"/>
              <a:gd name="T16" fmla="*/ 22 w 192"/>
              <a:gd name="T17" fmla="*/ 102 h 192"/>
              <a:gd name="T18" fmla="*/ 90 w 192"/>
              <a:gd name="T19" fmla="*/ 170 h 192"/>
              <a:gd name="T20" fmla="*/ 158 w 192"/>
              <a:gd name="T21" fmla="*/ 102 h 192"/>
              <a:gd name="T22" fmla="*/ 148 w 192"/>
              <a:gd name="T23" fmla="*/ 68 h 192"/>
              <a:gd name="T24" fmla="*/ 106 w 192"/>
              <a:gd name="T25" fmla="*/ 61 h 192"/>
              <a:gd name="T26" fmla="*/ 90 w 192"/>
              <a:gd name="T27" fmla="*/ 58 h 192"/>
              <a:gd name="T28" fmla="*/ 46 w 192"/>
              <a:gd name="T29" fmla="*/ 102 h 192"/>
              <a:gd name="T30" fmla="*/ 90 w 192"/>
              <a:gd name="T31" fmla="*/ 147 h 192"/>
              <a:gd name="T32" fmla="*/ 134 w 192"/>
              <a:gd name="T33" fmla="*/ 102 h 192"/>
              <a:gd name="T34" fmla="*/ 129 w 192"/>
              <a:gd name="T35" fmla="*/ 82 h 192"/>
              <a:gd name="T36" fmla="*/ 90 w 192"/>
              <a:gd name="T37" fmla="*/ 102 h 192"/>
              <a:gd name="T38" fmla="*/ 187 w 192"/>
              <a:gd name="T39" fmla="*/ 5 h 192"/>
              <a:gd name="T40" fmla="*/ 164 w 192"/>
              <a:gd name="T41" fmla="*/ 0 h 192"/>
              <a:gd name="T42" fmla="*/ 164 w 192"/>
              <a:gd name="T43" fmla="*/ 28 h 192"/>
              <a:gd name="T44" fmla="*/ 192 w 192"/>
              <a:gd name="T45" fmla="*/ 28 h 192"/>
              <a:gd name="T46" fmla="*/ 15 w 192"/>
              <a:gd name="T47" fmla="*/ 192 h 192"/>
              <a:gd name="T48" fmla="*/ 33 w 192"/>
              <a:gd name="T49" fmla="*/ 172 h 192"/>
              <a:gd name="T50" fmla="*/ 147 w 192"/>
              <a:gd name="T51" fmla="*/ 172 h 192"/>
              <a:gd name="T52" fmla="*/ 165 w 192"/>
              <a:gd name="T53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92" h="192">
                <a:moveTo>
                  <a:pt x="165" y="52"/>
                </a:moveTo>
                <a:cubicBezTo>
                  <a:pt x="174" y="67"/>
                  <a:pt x="180" y="84"/>
                  <a:pt x="180" y="102"/>
                </a:cubicBezTo>
                <a:cubicBezTo>
                  <a:pt x="180" y="152"/>
                  <a:pt x="139" y="192"/>
                  <a:pt x="90" y="192"/>
                </a:cubicBezTo>
                <a:cubicBezTo>
                  <a:pt x="40" y="192"/>
                  <a:pt x="0" y="152"/>
                  <a:pt x="0" y="102"/>
                </a:cubicBezTo>
                <a:cubicBezTo>
                  <a:pt x="0" y="52"/>
                  <a:pt x="40" y="12"/>
                  <a:pt x="90" y="12"/>
                </a:cubicBezTo>
                <a:cubicBezTo>
                  <a:pt x="108" y="12"/>
                  <a:pt x="125" y="17"/>
                  <a:pt x="139" y="27"/>
                </a:cubicBezTo>
                <a:moveTo>
                  <a:pt x="124" y="43"/>
                </a:moveTo>
                <a:cubicBezTo>
                  <a:pt x="114" y="37"/>
                  <a:pt x="102" y="34"/>
                  <a:pt x="90" y="34"/>
                </a:cubicBezTo>
                <a:cubicBezTo>
                  <a:pt x="52" y="34"/>
                  <a:pt x="22" y="64"/>
                  <a:pt x="22" y="102"/>
                </a:cubicBezTo>
                <a:cubicBezTo>
                  <a:pt x="22" y="140"/>
                  <a:pt x="52" y="170"/>
                  <a:pt x="90" y="170"/>
                </a:cubicBezTo>
                <a:cubicBezTo>
                  <a:pt x="127" y="170"/>
                  <a:pt x="158" y="140"/>
                  <a:pt x="158" y="102"/>
                </a:cubicBezTo>
                <a:cubicBezTo>
                  <a:pt x="158" y="90"/>
                  <a:pt x="154" y="78"/>
                  <a:pt x="148" y="68"/>
                </a:cubicBezTo>
                <a:moveTo>
                  <a:pt x="106" y="61"/>
                </a:moveTo>
                <a:cubicBezTo>
                  <a:pt x="101" y="59"/>
                  <a:pt x="96" y="58"/>
                  <a:pt x="90" y="58"/>
                </a:cubicBezTo>
                <a:cubicBezTo>
                  <a:pt x="65" y="58"/>
                  <a:pt x="46" y="78"/>
                  <a:pt x="46" y="102"/>
                </a:cubicBezTo>
                <a:cubicBezTo>
                  <a:pt x="46" y="127"/>
                  <a:pt x="65" y="147"/>
                  <a:pt x="90" y="147"/>
                </a:cubicBezTo>
                <a:cubicBezTo>
                  <a:pt x="114" y="147"/>
                  <a:pt x="134" y="127"/>
                  <a:pt x="134" y="102"/>
                </a:cubicBezTo>
                <a:cubicBezTo>
                  <a:pt x="134" y="95"/>
                  <a:pt x="132" y="88"/>
                  <a:pt x="129" y="82"/>
                </a:cubicBezTo>
                <a:moveTo>
                  <a:pt x="90" y="102"/>
                </a:moveTo>
                <a:cubicBezTo>
                  <a:pt x="187" y="5"/>
                  <a:pt x="187" y="5"/>
                  <a:pt x="187" y="5"/>
                </a:cubicBezTo>
                <a:moveTo>
                  <a:pt x="164" y="0"/>
                </a:moveTo>
                <a:cubicBezTo>
                  <a:pt x="164" y="28"/>
                  <a:pt x="164" y="28"/>
                  <a:pt x="164" y="28"/>
                </a:cubicBezTo>
                <a:cubicBezTo>
                  <a:pt x="192" y="28"/>
                  <a:pt x="192" y="28"/>
                  <a:pt x="192" y="28"/>
                </a:cubicBezTo>
                <a:moveTo>
                  <a:pt x="15" y="192"/>
                </a:moveTo>
                <a:cubicBezTo>
                  <a:pt x="33" y="172"/>
                  <a:pt x="33" y="172"/>
                  <a:pt x="33" y="172"/>
                </a:cubicBezTo>
                <a:moveTo>
                  <a:pt x="147" y="172"/>
                </a:moveTo>
                <a:cubicBezTo>
                  <a:pt x="165" y="192"/>
                  <a:pt x="165" y="192"/>
                  <a:pt x="165" y="192"/>
                </a:cubicBezTo>
              </a:path>
            </a:pathLst>
          </a:custGeom>
          <a:noFill/>
          <a:ln w="28575" cap="rnd">
            <a:solidFill>
              <a:srgbClr val="26234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CC23D485-822F-FD57-E5BF-62E39D726439}"/>
              </a:ext>
            </a:extLst>
          </p:cNvPr>
          <p:cNvSpPr>
            <a:spLocks noEditPoints="1"/>
          </p:cNvSpPr>
          <p:nvPr/>
        </p:nvSpPr>
        <p:spPr bwMode="auto">
          <a:xfrm>
            <a:off x="5988085" y="3283326"/>
            <a:ext cx="691638" cy="719359"/>
          </a:xfrm>
          <a:custGeom>
            <a:avLst/>
            <a:gdLst>
              <a:gd name="T0" fmla="*/ 77 w 208"/>
              <a:gd name="T1" fmla="*/ 22 h 216"/>
              <a:gd name="T2" fmla="*/ 183 w 208"/>
              <a:gd name="T3" fmla="*/ 87 h 216"/>
              <a:gd name="T4" fmla="*/ 208 w 208"/>
              <a:gd name="T5" fmla="*/ 138 h 216"/>
              <a:gd name="T6" fmla="*/ 187 w 208"/>
              <a:gd name="T7" fmla="*/ 138 h 216"/>
              <a:gd name="T8" fmla="*/ 187 w 208"/>
              <a:gd name="T9" fmla="*/ 174 h 216"/>
              <a:gd name="T10" fmla="*/ 175 w 208"/>
              <a:gd name="T11" fmla="*/ 185 h 216"/>
              <a:gd name="T12" fmla="*/ 152 w 208"/>
              <a:gd name="T13" fmla="*/ 185 h 216"/>
              <a:gd name="T14" fmla="*/ 152 w 208"/>
              <a:gd name="T15" fmla="*/ 216 h 216"/>
              <a:gd name="T16" fmla="*/ 56 w 208"/>
              <a:gd name="T17" fmla="*/ 216 h 216"/>
              <a:gd name="T18" fmla="*/ 56 w 208"/>
              <a:gd name="T19" fmla="*/ 184 h 216"/>
              <a:gd name="T20" fmla="*/ 46 w 208"/>
              <a:gd name="T21" fmla="*/ 162 h 216"/>
              <a:gd name="T22" fmla="*/ 117 w 208"/>
              <a:gd name="T23" fmla="*/ 97 h 216"/>
              <a:gd name="T24" fmla="*/ 117 w 208"/>
              <a:gd name="T25" fmla="*/ 83 h 216"/>
              <a:gd name="T26" fmla="*/ 100 w 208"/>
              <a:gd name="T27" fmla="*/ 76 h 216"/>
              <a:gd name="T28" fmla="*/ 98 w 208"/>
              <a:gd name="T29" fmla="*/ 71 h 216"/>
              <a:gd name="T30" fmla="*/ 105 w 208"/>
              <a:gd name="T31" fmla="*/ 54 h 216"/>
              <a:gd name="T32" fmla="*/ 94 w 208"/>
              <a:gd name="T33" fmla="*/ 44 h 216"/>
              <a:gd name="T34" fmla="*/ 78 w 208"/>
              <a:gd name="T35" fmla="*/ 51 h 216"/>
              <a:gd name="T36" fmla="*/ 72 w 208"/>
              <a:gd name="T37" fmla="*/ 49 h 216"/>
              <a:gd name="T38" fmla="*/ 66 w 208"/>
              <a:gd name="T39" fmla="*/ 32 h 216"/>
              <a:gd name="T40" fmla="*/ 51 w 208"/>
              <a:gd name="T41" fmla="*/ 32 h 216"/>
              <a:gd name="T42" fmla="*/ 45 w 208"/>
              <a:gd name="T43" fmla="*/ 49 h 216"/>
              <a:gd name="T44" fmla="*/ 39 w 208"/>
              <a:gd name="T45" fmla="*/ 51 h 216"/>
              <a:gd name="T46" fmla="*/ 23 w 208"/>
              <a:gd name="T47" fmla="*/ 44 h 216"/>
              <a:gd name="T48" fmla="*/ 12 w 208"/>
              <a:gd name="T49" fmla="*/ 54 h 216"/>
              <a:gd name="T50" fmla="*/ 19 w 208"/>
              <a:gd name="T51" fmla="*/ 71 h 216"/>
              <a:gd name="T52" fmla="*/ 17 w 208"/>
              <a:gd name="T53" fmla="*/ 76 h 216"/>
              <a:gd name="T54" fmla="*/ 0 w 208"/>
              <a:gd name="T55" fmla="*/ 83 h 216"/>
              <a:gd name="T56" fmla="*/ 0 w 208"/>
              <a:gd name="T57" fmla="*/ 97 h 216"/>
              <a:gd name="T58" fmla="*/ 17 w 208"/>
              <a:gd name="T59" fmla="*/ 104 h 216"/>
              <a:gd name="T60" fmla="*/ 19 w 208"/>
              <a:gd name="T61" fmla="*/ 110 h 216"/>
              <a:gd name="T62" fmla="*/ 12 w 208"/>
              <a:gd name="T63" fmla="*/ 126 h 216"/>
              <a:gd name="T64" fmla="*/ 23 w 208"/>
              <a:gd name="T65" fmla="*/ 136 h 216"/>
              <a:gd name="T66" fmla="*/ 39 w 208"/>
              <a:gd name="T67" fmla="*/ 129 h 216"/>
              <a:gd name="T68" fmla="*/ 45 w 208"/>
              <a:gd name="T69" fmla="*/ 132 h 216"/>
              <a:gd name="T70" fmla="*/ 51 w 208"/>
              <a:gd name="T71" fmla="*/ 148 h 216"/>
              <a:gd name="T72" fmla="*/ 66 w 208"/>
              <a:gd name="T73" fmla="*/ 148 h 216"/>
              <a:gd name="T74" fmla="*/ 72 w 208"/>
              <a:gd name="T75" fmla="*/ 132 h 216"/>
              <a:gd name="T76" fmla="*/ 78 w 208"/>
              <a:gd name="T77" fmla="*/ 129 h 216"/>
              <a:gd name="T78" fmla="*/ 94 w 208"/>
              <a:gd name="T79" fmla="*/ 136 h 216"/>
              <a:gd name="T80" fmla="*/ 105 w 208"/>
              <a:gd name="T81" fmla="*/ 126 h 216"/>
              <a:gd name="T82" fmla="*/ 98 w 208"/>
              <a:gd name="T83" fmla="*/ 110 h 216"/>
              <a:gd name="T84" fmla="*/ 100 w 208"/>
              <a:gd name="T85" fmla="*/ 104 h 216"/>
              <a:gd name="T86" fmla="*/ 117 w 208"/>
              <a:gd name="T87" fmla="*/ 97 h 216"/>
              <a:gd name="T88" fmla="*/ 58 w 208"/>
              <a:gd name="T89" fmla="*/ 66 h 216"/>
              <a:gd name="T90" fmla="*/ 34 w 208"/>
              <a:gd name="T91" fmla="*/ 90 h 216"/>
              <a:gd name="T92" fmla="*/ 58 w 208"/>
              <a:gd name="T93" fmla="*/ 115 h 216"/>
              <a:gd name="T94" fmla="*/ 83 w 208"/>
              <a:gd name="T95" fmla="*/ 90 h 216"/>
              <a:gd name="T96" fmla="*/ 58 w 208"/>
              <a:gd name="T97" fmla="*/ 66 h 216"/>
              <a:gd name="T98" fmla="*/ 152 w 208"/>
              <a:gd name="T99" fmla="*/ 185 h 216"/>
              <a:gd name="T100" fmla="*/ 138 w 208"/>
              <a:gd name="T101" fmla="*/ 185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08" h="216">
                <a:moveTo>
                  <a:pt x="77" y="22"/>
                </a:moveTo>
                <a:cubicBezTo>
                  <a:pt x="193" y="0"/>
                  <a:pt x="183" y="87"/>
                  <a:pt x="183" y="87"/>
                </a:cubicBezTo>
                <a:cubicBezTo>
                  <a:pt x="208" y="138"/>
                  <a:pt x="208" y="138"/>
                  <a:pt x="208" y="138"/>
                </a:cubicBezTo>
                <a:cubicBezTo>
                  <a:pt x="187" y="138"/>
                  <a:pt x="187" y="138"/>
                  <a:pt x="187" y="138"/>
                </a:cubicBezTo>
                <a:cubicBezTo>
                  <a:pt x="187" y="174"/>
                  <a:pt x="187" y="174"/>
                  <a:pt x="187" y="174"/>
                </a:cubicBezTo>
                <a:cubicBezTo>
                  <a:pt x="187" y="180"/>
                  <a:pt x="182" y="185"/>
                  <a:pt x="175" y="185"/>
                </a:cubicBezTo>
                <a:cubicBezTo>
                  <a:pt x="152" y="185"/>
                  <a:pt x="152" y="185"/>
                  <a:pt x="152" y="185"/>
                </a:cubicBezTo>
                <a:cubicBezTo>
                  <a:pt x="152" y="216"/>
                  <a:pt x="152" y="216"/>
                  <a:pt x="152" y="216"/>
                </a:cubicBezTo>
                <a:moveTo>
                  <a:pt x="56" y="216"/>
                </a:moveTo>
                <a:cubicBezTo>
                  <a:pt x="56" y="184"/>
                  <a:pt x="56" y="184"/>
                  <a:pt x="56" y="184"/>
                </a:cubicBezTo>
                <a:cubicBezTo>
                  <a:pt x="46" y="162"/>
                  <a:pt x="46" y="162"/>
                  <a:pt x="46" y="162"/>
                </a:cubicBezTo>
                <a:moveTo>
                  <a:pt x="117" y="97"/>
                </a:moveTo>
                <a:cubicBezTo>
                  <a:pt x="117" y="83"/>
                  <a:pt x="117" y="83"/>
                  <a:pt x="117" y="83"/>
                </a:cubicBezTo>
                <a:cubicBezTo>
                  <a:pt x="100" y="76"/>
                  <a:pt x="100" y="76"/>
                  <a:pt x="100" y="76"/>
                </a:cubicBezTo>
                <a:cubicBezTo>
                  <a:pt x="99" y="74"/>
                  <a:pt x="99" y="72"/>
                  <a:pt x="98" y="71"/>
                </a:cubicBezTo>
                <a:cubicBezTo>
                  <a:pt x="105" y="54"/>
                  <a:pt x="105" y="54"/>
                  <a:pt x="105" y="54"/>
                </a:cubicBezTo>
                <a:cubicBezTo>
                  <a:pt x="94" y="44"/>
                  <a:pt x="94" y="44"/>
                  <a:pt x="94" y="44"/>
                </a:cubicBezTo>
                <a:cubicBezTo>
                  <a:pt x="78" y="51"/>
                  <a:pt x="78" y="51"/>
                  <a:pt x="78" y="51"/>
                </a:cubicBezTo>
                <a:cubicBezTo>
                  <a:pt x="76" y="50"/>
                  <a:pt x="74" y="49"/>
                  <a:pt x="72" y="49"/>
                </a:cubicBezTo>
                <a:cubicBezTo>
                  <a:pt x="66" y="32"/>
                  <a:pt x="66" y="32"/>
                  <a:pt x="66" y="32"/>
                </a:cubicBezTo>
                <a:cubicBezTo>
                  <a:pt x="51" y="32"/>
                  <a:pt x="51" y="32"/>
                  <a:pt x="51" y="32"/>
                </a:cubicBezTo>
                <a:cubicBezTo>
                  <a:pt x="45" y="49"/>
                  <a:pt x="45" y="49"/>
                  <a:pt x="45" y="49"/>
                </a:cubicBezTo>
                <a:cubicBezTo>
                  <a:pt x="43" y="49"/>
                  <a:pt x="41" y="50"/>
                  <a:pt x="39" y="51"/>
                </a:cubicBezTo>
                <a:cubicBezTo>
                  <a:pt x="23" y="44"/>
                  <a:pt x="23" y="44"/>
                  <a:pt x="23" y="44"/>
                </a:cubicBezTo>
                <a:cubicBezTo>
                  <a:pt x="12" y="54"/>
                  <a:pt x="12" y="54"/>
                  <a:pt x="12" y="54"/>
                </a:cubicBezTo>
                <a:cubicBezTo>
                  <a:pt x="19" y="71"/>
                  <a:pt x="19" y="71"/>
                  <a:pt x="19" y="71"/>
                </a:cubicBezTo>
                <a:cubicBezTo>
                  <a:pt x="18" y="72"/>
                  <a:pt x="18" y="74"/>
                  <a:pt x="17" y="76"/>
                </a:cubicBezTo>
                <a:cubicBezTo>
                  <a:pt x="0" y="83"/>
                  <a:pt x="0" y="83"/>
                  <a:pt x="0" y="83"/>
                </a:cubicBezTo>
                <a:cubicBezTo>
                  <a:pt x="0" y="97"/>
                  <a:pt x="0" y="97"/>
                  <a:pt x="0" y="97"/>
                </a:cubicBezTo>
                <a:cubicBezTo>
                  <a:pt x="17" y="104"/>
                  <a:pt x="17" y="104"/>
                  <a:pt x="17" y="104"/>
                </a:cubicBezTo>
                <a:cubicBezTo>
                  <a:pt x="18" y="106"/>
                  <a:pt x="18" y="108"/>
                  <a:pt x="19" y="110"/>
                </a:cubicBezTo>
                <a:cubicBezTo>
                  <a:pt x="12" y="126"/>
                  <a:pt x="12" y="126"/>
                  <a:pt x="12" y="126"/>
                </a:cubicBezTo>
                <a:cubicBezTo>
                  <a:pt x="23" y="136"/>
                  <a:pt x="23" y="136"/>
                  <a:pt x="23" y="136"/>
                </a:cubicBezTo>
                <a:cubicBezTo>
                  <a:pt x="39" y="129"/>
                  <a:pt x="39" y="129"/>
                  <a:pt x="39" y="129"/>
                </a:cubicBezTo>
                <a:cubicBezTo>
                  <a:pt x="41" y="130"/>
                  <a:pt x="43" y="131"/>
                  <a:pt x="45" y="132"/>
                </a:cubicBezTo>
                <a:cubicBezTo>
                  <a:pt x="51" y="148"/>
                  <a:pt x="51" y="148"/>
                  <a:pt x="51" y="148"/>
                </a:cubicBezTo>
                <a:cubicBezTo>
                  <a:pt x="66" y="148"/>
                  <a:pt x="66" y="148"/>
                  <a:pt x="66" y="148"/>
                </a:cubicBezTo>
                <a:cubicBezTo>
                  <a:pt x="72" y="132"/>
                  <a:pt x="72" y="132"/>
                  <a:pt x="72" y="132"/>
                </a:cubicBezTo>
                <a:cubicBezTo>
                  <a:pt x="74" y="131"/>
                  <a:pt x="76" y="130"/>
                  <a:pt x="78" y="129"/>
                </a:cubicBezTo>
                <a:cubicBezTo>
                  <a:pt x="94" y="136"/>
                  <a:pt x="94" y="136"/>
                  <a:pt x="94" y="136"/>
                </a:cubicBezTo>
                <a:cubicBezTo>
                  <a:pt x="105" y="126"/>
                  <a:pt x="105" y="126"/>
                  <a:pt x="105" y="126"/>
                </a:cubicBezTo>
                <a:cubicBezTo>
                  <a:pt x="98" y="110"/>
                  <a:pt x="98" y="110"/>
                  <a:pt x="98" y="110"/>
                </a:cubicBezTo>
                <a:cubicBezTo>
                  <a:pt x="99" y="108"/>
                  <a:pt x="99" y="106"/>
                  <a:pt x="100" y="104"/>
                </a:cubicBezTo>
                <a:lnTo>
                  <a:pt x="117" y="97"/>
                </a:lnTo>
                <a:close/>
                <a:moveTo>
                  <a:pt x="58" y="66"/>
                </a:moveTo>
                <a:cubicBezTo>
                  <a:pt x="45" y="66"/>
                  <a:pt x="34" y="77"/>
                  <a:pt x="34" y="90"/>
                </a:cubicBezTo>
                <a:cubicBezTo>
                  <a:pt x="34" y="104"/>
                  <a:pt x="45" y="115"/>
                  <a:pt x="58" y="115"/>
                </a:cubicBezTo>
                <a:cubicBezTo>
                  <a:pt x="72" y="115"/>
                  <a:pt x="83" y="104"/>
                  <a:pt x="83" y="90"/>
                </a:cubicBezTo>
                <a:cubicBezTo>
                  <a:pt x="83" y="77"/>
                  <a:pt x="72" y="66"/>
                  <a:pt x="58" y="66"/>
                </a:cubicBezTo>
                <a:close/>
                <a:moveTo>
                  <a:pt x="152" y="185"/>
                </a:moveTo>
                <a:cubicBezTo>
                  <a:pt x="138" y="185"/>
                  <a:pt x="138" y="185"/>
                  <a:pt x="138" y="185"/>
                </a:cubicBezTo>
              </a:path>
            </a:pathLst>
          </a:custGeom>
          <a:noFill/>
          <a:ln w="28575" cap="rnd">
            <a:solidFill>
              <a:srgbClr val="26234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32968A8E-F860-DA96-C3CD-3C3E4A0AC4B4}"/>
              </a:ext>
            </a:extLst>
          </p:cNvPr>
          <p:cNvSpPr>
            <a:spLocks noEditPoints="1"/>
          </p:cNvSpPr>
          <p:nvPr/>
        </p:nvSpPr>
        <p:spPr bwMode="auto">
          <a:xfrm>
            <a:off x="3887822" y="4298373"/>
            <a:ext cx="712428" cy="619563"/>
          </a:xfrm>
          <a:custGeom>
            <a:avLst/>
            <a:gdLst>
              <a:gd name="T0" fmla="*/ 35 w 214"/>
              <a:gd name="T1" fmla="*/ 101 h 186"/>
              <a:gd name="T2" fmla="*/ 23 w 214"/>
              <a:gd name="T3" fmla="*/ 81 h 186"/>
              <a:gd name="T4" fmla="*/ 25 w 214"/>
              <a:gd name="T5" fmla="*/ 69 h 186"/>
              <a:gd name="T6" fmla="*/ 27 w 214"/>
              <a:gd name="T7" fmla="*/ 68 h 186"/>
              <a:gd name="T8" fmla="*/ 40 w 214"/>
              <a:gd name="T9" fmla="*/ 70 h 186"/>
              <a:gd name="T10" fmla="*/ 70 w 214"/>
              <a:gd name="T11" fmla="*/ 119 h 186"/>
              <a:gd name="T12" fmla="*/ 70 w 214"/>
              <a:gd name="T13" fmla="*/ 156 h 186"/>
              <a:gd name="T14" fmla="*/ 35 w 214"/>
              <a:gd name="T15" fmla="*/ 156 h 186"/>
              <a:gd name="T16" fmla="*/ 35 w 214"/>
              <a:gd name="T17" fmla="*/ 143 h 186"/>
              <a:gd name="T18" fmla="*/ 0 w 214"/>
              <a:gd name="T19" fmla="*/ 105 h 186"/>
              <a:gd name="T20" fmla="*/ 0 w 214"/>
              <a:gd name="T21" fmla="*/ 31 h 186"/>
              <a:gd name="T22" fmla="*/ 9 w 214"/>
              <a:gd name="T23" fmla="*/ 22 h 186"/>
              <a:gd name="T24" fmla="*/ 9 w 214"/>
              <a:gd name="T25" fmla="*/ 22 h 186"/>
              <a:gd name="T26" fmla="*/ 17 w 214"/>
              <a:gd name="T27" fmla="*/ 31 h 186"/>
              <a:gd name="T28" fmla="*/ 17 w 214"/>
              <a:gd name="T29" fmla="*/ 60 h 186"/>
              <a:gd name="T30" fmla="*/ 80 w 214"/>
              <a:gd name="T31" fmla="*/ 186 h 186"/>
              <a:gd name="T32" fmla="*/ 80 w 214"/>
              <a:gd name="T33" fmla="*/ 156 h 186"/>
              <a:gd name="T34" fmla="*/ 25 w 214"/>
              <a:gd name="T35" fmla="*/ 156 h 186"/>
              <a:gd name="T36" fmla="*/ 25 w 214"/>
              <a:gd name="T37" fmla="*/ 186 h 186"/>
              <a:gd name="T38" fmla="*/ 179 w 214"/>
              <a:gd name="T39" fmla="*/ 101 h 186"/>
              <a:gd name="T40" fmla="*/ 191 w 214"/>
              <a:gd name="T41" fmla="*/ 81 h 186"/>
              <a:gd name="T42" fmla="*/ 189 w 214"/>
              <a:gd name="T43" fmla="*/ 69 h 186"/>
              <a:gd name="T44" fmla="*/ 187 w 214"/>
              <a:gd name="T45" fmla="*/ 68 h 186"/>
              <a:gd name="T46" fmla="*/ 174 w 214"/>
              <a:gd name="T47" fmla="*/ 70 h 186"/>
              <a:gd name="T48" fmla="*/ 144 w 214"/>
              <a:gd name="T49" fmla="*/ 119 h 186"/>
              <a:gd name="T50" fmla="*/ 144 w 214"/>
              <a:gd name="T51" fmla="*/ 156 h 186"/>
              <a:gd name="T52" fmla="*/ 179 w 214"/>
              <a:gd name="T53" fmla="*/ 156 h 186"/>
              <a:gd name="T54" fmla="*/ 179 w 214"/>
              <a:gd name="T55" fmla="*/ 143 h 186"/>
              <a:gd name="T56" fmla="*/ 214 w 214"/>
              <a:gd name="T57" fmla="*/ 105 h 186"/>
              <a:gd name="T58" fmla="*/ 214 w 214"/>
              <a:gd name="T59" fmla="*/ 31 h 186"/>
              <a:gd name="T60" fmla="*/ 205 w 214"/>
              <a:gd name="T61" fmla="*/ 22 h 186"/>
              <a:gd name="T62" fmla="*/ 205 w 214"/>
              <a:gd name="T63" fmla="*/ 22 h 186"/>
              <a:gd name="T64" fmla="*/ 197 w 214"/>
              <a:gd name="T65" fmla="*/ 31 h 186"/>
              <a:gd name="T66" fmla="*/ 197 w 214"/>
              <a:gd name="T67" fmla="*/ 60 h 186"/>
              <a:gd name="T68" fmla="*/ 189 w 214"/>
              <a:gd name="T69" fmla="*/ 186 h 186"/>
              <a:gd name="T70" fmla="*/ 189 w 214"/>
              <a:gd name="T71" fmla="*/ 156 h 186"/>
              <a:gd name="T72" fmla="*/ 134 w 214"/>
              <a:gd name="T73" fmla="*/ 156 h 186"/>
              <a:gd name="T74" fmla="*/ 134 w 214"/>
              <a:gd name="T75" fmla="*/ 186 h 186"/>
              <a:gd name="T76" fmla="*/ 107 w 214"/>
              <a:gd name="T77" fmla="*/ 0 h 186"/>
              <a:gd name="T78" fmla="*/ 58 w 214"/>
              <a:gd name="T79" fmla="*/ 48 h 186"/>
              <a:gd name="T80" fmla="*/ 107 w 214"/>
              <a:gd name="T81" fmla="*/ 97 h 186"/>
              <a:gd name="T82" fmla="*/ 156 w 214"/>
              <a:gd name="T83" fmla="*/ 48 h 186"/>
              <a:gd name="T84" fmla="*/ 107 w 214"/>
              <a:gd name="T85" fmla="*/ 0 h 186"/>
              <a:gd name="T86" fmla="*/ 94 w 214"/>
              <a:gd name="T87" fmla="*/ 64 h 186"/>
              <a:gd name="T88" fmla="*/ 107 w 214"/>
              <a:gd name="T89" fmla="*/ 72 h 186"/>
              <a:gd name="T90" fmla="*/ 120 w 214"/>
              <a:gd name="T91" fmla="*/ 60 h 186"/>
              <a:gd name="T92" fmla="*/ 107 w 214"/>
              <a:gd name="T93" fmla="*/ 48 h 186"/>
              <a:gd name="T94" fmla="*/ 94 w 214"/>
              <a:gd name="T95" fmla="*/ 36 h 186"/>
              <a:gd name="T96" fmla="*/ 107 w 214"/>
              <a:gd name="T97" fmla="*/ 24 h 186"/>
              <a:gd name="T98" fmla="*/ 120 w 214"/>
              <a:gd name="T99" fmla="*/ 32 h 186"/>
              <a:gd name="T100" fmla="*/ 107 w 214"/>
              <a:gd name="T101" fmla="*/ 24 h 186"/>
              <a:gd name="T102" fmla="*/ 107 w 214"/>
              <a:gd name="T103" fmla="*/ 17 h 186"/>
              <a:gd name="T104" fmla="*/ 107 w 214"/>
              <a:gd name="T105" fmla="*/ 79 h 186"/>
              <a:gd name="T106" fmla="*/ 107 w 214"/>
              <a:gd name="T107" fmla="*/ 72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14" h="186">
                <a:moveTo>
                  <a:pt x="35" y="101"/>
                </a:moveTo>
                <a:cubicBezTo>
                  <a:pt x="23" y="81"/>
                  <a:pt x="23" y="81"/>
                  <a:pt x="23" y="81"/>
                </a:cubicBezTo>
                <a:cubicBezTo>
                  <a:pt x="20" y="77"/>
                  <a:pt x="21" y="72"/>
                  <a:pt x="25" y="69"/>
                </a:cubicBezTo>
                <a:cubicBezTo>
                  <a:pt x="27" y="68"/>
                  <a:pt x="27" y="68"/>
                  <a:pt x="27" y="68"/>
                </a:cubicBezTo>
                <a:cubicBezTo>
                  <a:pt x="31" y="65"/>
                  <a:pt x="37" y="66"/>
                  <a:pt x="40" y="70"/>
                </a:cubicBezTo>
                <a:cubicBezTo>
                  <a:pt x="70" y="119"/>
                  <a:pt x="70" y="119"/>
                  <a:pt x="70" y="119"/>
                </a:cubicBezTo>
                <a:cubicBezTo>
                  <a:pt x="70" y="156"/>
                  <a:pt x="70" y="156"/>
                  <a:pt x="70" y="156"/>
                </a:cubicBezTo>
                <a:cubicBezTo>
                  <a:pt x="35" y="156"/>
                  <a:pt x="35" y="156"/>
                  <a:pt x="35" y="156"/>
                </a:cubicBezTo>
                <a:cubicBezTo>
                  <a:pt x="35" y="143"/>
                  <a:pt x="35" y="143"/>
                  <a:pt x="35" y="143"/>
                </a:cubicBezTo>
                <a:cubicBezTo>
                  <a:pt x="0" y="105"/>
                  <a:pt x="0" y="105"/>
                  <a:pt x="0" y="105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6"/>
                  <a:pt x="4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14" y="22"/>
                  <a:pt x="17" y="26"/>
                  <a:pt x="17" y="31"/>
                </a:cubicBezTo>
                <a:cubicBezTo>
                  <a:pt x="17" y="60"/>
                  <a:pt x="17" y="60"/>
                  <a:pt x="17" y="60"/>
                </a:cubicBezTo>
                <a:moveTo>
                  <a:pt x="80" y="186"/>
                </a:moveTo>
                <a:cubicBezTo>
                  <a:pt x="80" y="156"/>
                  <a:pt x="80" y="156"/>
                  <a:pt x="80" y="156"/>
                </a:cubicBezTo>
                <a:cubicBezTo>
                  <a:pt x="25" y="156"/>
                  <a:pt x="25" y="156"/>
                  <a:pt x="25" y="156"/>
                </a:cubicBezTo>
                <a:cubicBezTo>
                  <a:pt x="25" y="186"/>
                  <a:pt x="25" y="186"/>
                  <a:pt x="25" y="186"/>
                </a:cubicBezTo>
                <a:moveTo>
                  <a:pt x="179" y="101"/>
                </a:moveTo>
                <a:cubicBezTo>
                  <a:pt x="191" y="81"/>
                  <a:pt x="191" y="81"/>
                  <a:pt x="191" y="81"/>
                </a:cubicBezTo>
                <a:cubicBezTo>
                  <a:pt x="194" y="77"/>
                  <a:pt x="193" y="72"/>
                  <a:pt x="189" y="69"/>
                </a:cubicBezTo>
                <a:cubicBezTo>
                  <a:pt x="187" y="68"/>
                  <a:pt x="187" y="68"/>
                  <a:pt x="187" y="68"/>
                </a:cubicBezTo>
                <a:cubicBezTo>
                  <a:pt x="183" y="65"/>
                  <a:pt x="177" y="66"/>
                  <a:pt x="174" y="70"/>
                </a:cubicBezTo>
                <a:cubicBezTo>
                  <a:pt x="144" y="119"/>
                  <a:pt x="144" y="119"/>
                  <a:pt x="144" y="119"/>
                </a:cubicBezTo>
                <a:cubicBezTo>
                  <a:pt x="144" y="156"/>
                  <a:pt x="144" y="156"/>
                  <a:pt x="144" y="156"/>
                </a:cubicBezTo>
                <a:cubicBezTo>
                  <a:pt x="179" y="156"/>
                  <a:pt x="179" y="156"/>
                  <a:pt x="179" y="156"/>
                </a:cubicBezTo>
                <a:cubicBezTo>
                  <a:pt x="179" y="143"/>
                  <a:pt x="179" y="143"/>
                  <a:pt x="179" y="143"/>
                </a:cubicBezTo>
                <a:cubicBezTo>
                  <a:pt x="214" y="105"/>
                  <a:pt x="214" y="105"/>
                  <a:pt x="214" y="105"/>
                </a:cubicBezTo>
                <a:cubicBezTo>
                  <a:pt x="214" y="31"/>
                  <a:pt x="214" y="31"/>
                  <a:pt x="214" y="31"/>
                </a:cubicBezTo>
                <a:cubicBezTo>
                  <a:pt x="214" y="26"/>
                  <a:pt x="210" y="22"/>
                  <a:pt x="205" y="22"/>
                </a:cubicBezTo>
                <a:cubicBezTo>
                  <a:pt x="205" y="22"/>
                  <a:pt x="205" y="22"/>
                  <a:pt x="205" y="22"/>
                </a:cubicBezTo>
                <a:cubicBezTo>
                  <a:pt x="200" y="22"/>
                  <a:pt x="197" y="26"/>
                  <a:pt x="197" y="31"/>
                </a:cubicBezTo>
                <a:cubicBezTo>
                  <a:pt x="197" y="60"/>
                  <a:pt x="197" y="60"/>
                  <a:pt x="197" y="60"/>
                </a:cubicBezTo>
                <a:moveTo>
                  <a:pt x="189" y="186"/>
                </a:moveTo>
                <a:cubicBezTo>
                  <a:pt x="189" y="156"/>
                  <a:pt x="189" y="156"/>
                  <a:pt x="189" y="156"/>
                </a:cubicBezTo>
                <a:cubicBezTo>
                  <a:pt x="134" y="156"/>
                  <a:pt x="134" y="156"/>
                  <a:pt x="134" y="156"/>
                </a:cubicBezTo>
                <a:cubicBezTo>
                  <a:pt x="134" y="186"/>
                  <a:pt x="134" y="186"/>
                  <a:pt x="134" y="186"/>
                </a:cubicBezTo>
                <a:moveTo>
                  <a:pt x="107" y="0"/>
                </a:moveTo>
                <a:cubicBezTo>
                  <a:pt x="80" y="0"/>
                  <a:pt x="58" y="21"/>
                  <a:pt x="58" y="48"/>
                </a:cubicBezTo>
                <a:cubicBezTo>
                  <a:pt x="58" y="75"/>
                  <a:pt x="80" y="97"/>
                  <a:pt x="107" y="97"/>
                </a:cubicBezTo>
                <a:cubicBezTo>
                  <a:pt x="134" y="97"/>
                  <a:pt x="156" y="75"/>
                  <a:pt x="156" y="48"/>
                </a:cubicBezTo>
                <a:cubicBezTo>
                  <a:pt x="156" y="21"/>
                  <a:pt x="134" y="0"/>
                  <a:pt x="107" y="0"/>
                </a:cubicBezTo>
                <a:close/>
                <a:moveTo>
                  <a:pt x="94" y="64"/>
                </a:moveTo>
                <a:cubicBezTo>
                  <a:pt x="96" y="69"/>
                  <a:pt x="101" y="72"/>
                  <a:pt x="107" y="72"/>
                </a:cubicBezTo>
                <a:cubicBezTo>
                  <a:pt x="114" y="72"/>
                  <a:pt x="120" y="67"/>
                  <a:pt x="120" y="60"/>
                </a:cubicBezTo>
                <a:cubicBezTo>
                  <a:pt x="120" y="54"/>
                  <a:pt x="115" y="49"/>
                  <a:pt x="107" y="48"/>
                </a:cubicBezTo>
                <a:cubicBezTo>
                  <a:pt x="100" y="48"/>
                  <a:pt x="94" y="43"/>
                  <a:pt x="94" y="36"/>
                </a:cubicBezTo>
                <a:cubicBezTo>
                  <a:pt x="94" y="29"/>
                  <a:pt x="100" y="24"/>
                  <a:pt x="107" y="24"/>
                </a:cubicBezTo>
                <a:cubicBezTo>
                  <a:pt x="113" y="24"/>
                  <a:pt x="118" y="28"/>
                  <a:pt x="120" y="32"/>
                </a:cubicBezTo>
                <a:moveTo>
                  <a:pt x="107" y="24"/>
                </a:moveTo>
                <a:cubicBezTo>
                  <a:pt x="107" y="17"/>
                  <a:pt x="107" y="17"/>
                  <a:pt x="107" y="17"/>
                </a:cubicBezTo>
                <a:moveTo>
                  <a:pt x="107" y="79"/>
                </a:moveTo>
                <a:cubicBezTo>
                  <a:pt x="107" y="72"/>
                  <a:pt x="107" y="72"/>
                  <a:pt x="107" y="72"/>
                </a:cubicBezTo>
              </a:path>
            </a:pathLst>
          </a:custGeom>
          <a:noFill/>
          <a:ln w="28575" cap="rnd">
            <a:solidFill>
              <a:srgbClr val="26234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07B515-769E-BC55-7CE0-6733BBF6CF1D}"/>
              </a:ext>
            </a:extLst>
          </p:cNvPr>
          <p:cNvSpPr txBox="1"/>
          <p:nvPr/>
        </p:nvSpPr>
        <p:spPr>
          <a:xfrm>
            <a:off x="5651046" y="5099225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1"/>
            <a:r>
              <a:rPr lang="fa-IR" dirty="0"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109834-40F5-3E9E-276A-42EB7CE66D28}"/>
              </a:ext>
            </a:extLst>
          </p:cNvPr>
          <p:cNvSpPr txBox="1"/>
          <p:nvPr/>
        </p:nvSpPr>
        <p:spPr>
          <a:xfrm>
            <a:off x="5453562" y="5408830"/>
            <a:ext cx="24791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است.</a:t>
            </a:r>
            <a:endParaRPr lang="en-US" sz="1400" dirty="0"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723309-5CA8-C535-510F-0AF3C327580C}"/>
              </a:ext>
            </a:extLst>
          </p:cNvPr>
          <p:cNvSpPr txBox="1"/>
          <p:nvPr/>
        </p:nvSpPr>
        <p:spPr>
          <a:xfrm>
            <a:off x="7338727" y="3375719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1"/>
            <a:r>
              <a:rPr lang="fa-IR" dirty="0"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185B89-3623-D837-A00C-1F6587A2EEA3}"/>
              </a:ext>
            </a:extLst>
          </p:cNvPr>
          <p:cNvSpPr txBox="1"/>
          <p:nvPr/>
        </p:nvSpPr>
        <p:spPr>
          <a:xfrm>
            <a:off x="7302527" y="3685324"/>
            <a:ext cx="21566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است.</a:t>
            </a:r>
            <a:endParaRPr lang="en-US" sz="1400" dirty="0"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342353-DCFB-9C2C-0739-F46EA8ECB48E}"/>
              </a:ext>
            </a:extLst>
          </p:cNvPr>
          <p:cNvSpPr txBox="1"/>
          <p:nvPr/>
        </p:nvSpPr>
        <p:spPr>
          <a:xfrm>
            <a:off x="852922" y="2371861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1"/>
            <a:r>
              <a:rPr lang="fa-IR" dirty="0"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747D2D-D208-8764-7DCB-17C1D35D8E26}"/>
              </a:ext>
            </a:extLst>
          </p:cNvPr>
          <p:cNvSpPr txBox="1"/>
          <p:nvPr/>
        </p:nvSpPr>
        <p:spPr>
          <a:xfrm>
            <a:off x="641544" y="2739089"/>
            <a:ext cx="25069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است.</a:t>
            </a:r>
            <a:endParaRPr lang="en-US" sz="1400" dirty="0"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BA9999-A73F-89EC-1FFA-598F246C8B05}"/>
              </a:ext>
            </a:extLst>
          </p:cNvPr>
          <p:cNvSpPr txBox="1"/>
          <p:nvPr/>
        </p:nvSpPr>
        <p:spPr>
          <a:xfrm>
            <a:off x="3330371" y="939807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1"/>
            <a:r>
              <a:rPr lang="fa-IR" dirty="0"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B4225B-4CBA-531B-EC42-8A15404EE30E}"/>
              </a:ext>
            </a:extLst>
          </p:cNvPr>
          <p:cNvSpPr txBox="1"/>
          <p:nvPr/>
        </p:nvSpPr>
        <p:spPr>
          <a:xfrm>
            <a:off x="3148524" y="1307035"/>
            <a:ext cx="2447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است.</a:t>
            </a:r>
            <a:endParaRPr lang="en-US" sz="1400" dirty="0"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0871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3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4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7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12" name="Arrow: Chevron 11">
            <a:hlinkClick r:id="rId3" action="ppaction://hlinksldjump"/>
            <a:extLst>
              <a:ext uri="{FF2B5EF4-FFF2-40B4-BE49-F238E27FC236}">
                <a16:creationId xmlns:a16="http://schemas.microsoft.com/office/drawing/2014/main" id="{7483CB28-0A21-D4F9-E0C3-ADED8875FE8A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3" name="Arrow: Chevron 12">
            <a:hlinkClick r:id="rId3" action="ppaction://hlinksldjump"/>
            <a:extLst>
              <a:ext uri="{FF2B5EF4-FFF2-40B4-BE49-F238E27FC236}">
                <a16:creationId xmlns:a16="http://schemas.microsoft.com/office/drawing/2014/main" id="{EFDC4F8A-F85F-95BC-9386-B89D80BB72F8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13FC5F6-23A8-5CE2-AB17-BDC645688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8031" y="2071419"/>
            <a:ext cx="4220058" cy="430363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fa-IR" dirty="0"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این زمان از و این شرایط فعلی تکنولوژی مورد نیاز، و کاربردهای متنوع با هدف بهبود ابزارهای کاربردی می باشد، کتابهای زیادی در شصت و سه درصد گذشته حال و آینده، شناخت فراوان جامعه و متخصصان را می طلبد.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B9449A8E-E416-AE29-7FA3-681097125CCF}"/>
              </a:ext>
            </a:extLst>
          </p:cNvPr>
          <p:cNvSpPr txBox="1">
            <a:spLocks/>
          </p:cNvSpPr>
          <p:nvPr/>
        </p:nvSpPr>
        <p:spPr>
          <a:xfrm>
            <a:off x="690321" y="2071419"/>
            <a:ext cx="4220058" cy="4303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70000"/>
              </a:lnSpc>
            </a:pPr>
            <a:r>
              <a:rPr lang="fa-IR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این زمان از و این شرایط فعلی تکنولوژی مورد نیاز، و کاربردهای متنوع با هدف بهبود ابزارهای کاربردی می باشد، کتابهای زیادی در شصت و سه درصد گذشته حال و آینده، شناخت فراوان جامعه و متخصصان را می طلبد.</a:t>
            </a:r>
          </a:p>
        </p:txBody>
      </p:sp>
    </p:spTree>
    <p:extLst>
      <p:ext uri="{BB962C8B-B14F-4D97-AF65-F5344CB8AC3E}">
        <p14:creationId xmlns:p14="http://schemas.microsoft.com/office/powerpoint/2010/main" val="3152690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1291765" y="1280473"/>
            <a:ext cx="9608457" cy="4297054"/>
          </a:xfrm>
          <a:prstGeom prst="roundRect">
            <a:avLst>
              <a:gd name="adj" fmla="val 1309"/>
            </a:avLst>
          </a:prstGeom>
          <a:solidFill>
            <a:srgbClr val="262344"/>
          </a:solidFill>
          <a:ln>
            <a:solidFill>
              <a:srgbClr val="262344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2E3265-0067-49BB-B185-6A88ADF64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7297" y="2317953"/>
            <a:ext cx="6690269" cy="1201095"/>
          </a:xfrm>
        </p:spPr>
        <p:txBody>
          <a:bodyPr>
            <a:noAutofit/>
          </a:bodyPr>
          <a:lstStyle/>
          <a:p>
            <a:r>
              <a:rPr lang="fa-IR" sz="66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عنوان فصل سوم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BBA44A2-354B-4CA5-BA07-20E9E168A8A9}"/>
              </a:ext>
            </a:extLst>
          </p:cNvPr>
          <p:cNvSpPr/>
          <p:nvPr/>
        </p:nvSpPr>
        <p:spPr>
          <a:xfrm>
            <a:off x="5554715" y="1035310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cs typeface="B Titr" panose="00000700000000000000" pitchFamily="2" charset="-78"/>
            </a:endParaRPr>
          </a:p>
        </p:txBody>
      </p:sp>
      <p:pic>
        <p:nvPicPr>
          <p:cNvPr id="21" name="Graphic 20" descr="Home">
            <a:extLst>
              <a:ext uri="{FF2B5EF4-FFF2-40B4-BE49-F238E27FC236}">
                <a16:creationId xmlns:a16="http://schemas.microsoft.com/office/drawing/2014/main" id="{445AD03F-DC12-4E8D-81B6-7B74D49A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1400" y="1048873"/>
            <a:ext cx="389195" cy="389195"/>
          </a:xfrm>
          <a:prstGeom prst="rect">
            <a:avLst/>
          </a:prstGeom>
        </p:spPr>
      </p:pic>
      <p:sp>
        <p:nvSpPr>
          <p:cNvPr id="29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FF3AFF16-998E-4019-8AB5-D18BC8C43CB0}"/>
              </a:ext>
            </a:extLst>
          </p:cNvPr>
          <p:cNvSpPr/>
          <p:nvPr/>
        </p:nvSpPr>
        <p:spPr>
          <a:xfrm flipH="1">
            <a:off x="12228020" y="1348992"/>
            <a:ext cx="2127509" cy="57939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0" name="Freeform: Shape 29">
            <a:hlinkClick r:id="rId4" action="ppaction://hlinksldjump"/>
            <a:extLst>
              <a:ext uri="{FF2B5EF4-FFF2-40B4-BE49-F238E27FC236}">
                <a16:creationId xmlns:a16="http://schemas.microsoft.com/office/drawing/2014/main" id="{5E169015-33E8-4D36-9AE6-2B6696A95EB9}"/>
              </a:ext>
            </a:extLst>
          </p:cNvPr>
          <p:cNvSpPr/>
          <p:nvPr/>
        </p:nvSpPr>
        <p:spPr>
          <a:xfrm flipH="1">
            <a:off x="12228020" y="2252344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4" action="ppaction://hlinksldjump"/>
            <a:extLst>
              <a:ext uri="{FF2B5EF4-FFF2-40B4-BE49-F238E27FC236}">
                <a16:creationId xmlns:a16="http://schemas.microsoft.com/office/drawing/2014/main" id="{7E06BC56-4CDB-4893-8542-BABB3D350A0C}"/>
              </a:ext>
            </a:extLst>
          </p:cNvPr>
          <p:cNvSpPr/>
          <p:nvPr/>
        </p:nvSpPr>
        <p:spPr>
          <a:xfrm flipH="1">
            <a:off x="12228020" y="3155696"/>
            <a:ext cx="2127510" cy="57939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40" name="Freeform: Shape 39">
            <a:hlinkClick r:id="rId5" action="ppaction://hlinksldjump"/>
            <a:extLst>
              <a:ext uri="{FF2B5EF4-FFF2-40B4-BE49-F238E27FC236}">
                <a16:creationId xmlns:a16="http://schemas.microsoft.com/office/drawing/2014/main" id="{AB6D9056-2C7E-4A84-9224-CA946D9C7395}"/>
              </a:ext>
            </a:extLst>
          </p:cNvPr>
          <p:cNvSpPr/>
          <p:nvPr/>
        </p:nvSpPr>
        <p:spPr>
          <a:xfrm flipH="1">
            <a:off x="12228020" y="4059048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41" name="!!Freeform: Shape 34">
            <a:hlinkClick r:id="rId6" action="ppaction://hlinksldjump"/>
            <a:extLst>
              <a:ext uri="{FF2B5EF4-FFF2-40B4-BE49-F238E27FC236}">
                <a16:creationId xmlns:a16="http://schemas.microsoft.com/office/drawing/2014/main" id="{04703027-9E90-45AC-8F53-1570CFC00486}"/>
              </a:ext>
            </a:extLst>
          </p:cNvPr>
          <p:cNvSpPr/>
          <p:nvPr/>
        </p:nvSpPr>
        <p:spPr>
          <a:xfrm flipH="1">
            <a:off x="12205754" y="4962400"/>
            <a:ext cx="2127509" cy="57939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E6B9C04-DB38-4FC5-933F-3F77469B3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34" y="3764211"/>
            <a:ext cx="6772332" cy="1201095"/>
          </a:xfrm>
        </p:spPr>
        <p:txBody>
          <a:bodyPr>
            <a:normAutofit fontScale="55000" lnSpcReduction="20000"/>
          </a:bodyPr>
          <a:lstStyle/>
          <a:p>
            <a:pPr rtl="1">
              <a:lnSpc>
                <a:spcPct val="170000"/>
              </a:lnSpc>
            </a:pPr>
            <a:r>
              <a:rPr lang="fa-IR" dirty="0">
                <a:solidFill>
                  <a:schemeClr val="bg1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باشد.</a:t>
            </a:r>
          </a:p>
        </p:txBody>
      </p:sp>
      <p:sp>
        <p:nvSpPr>
          <p:cNvPr id="18" name="Arrow: Chevron 17">
            <a:hlinkClick r:id="rId3" action="ppaction://hlinksldjump"/>
            <a:extLst>
              <a:ext uri="{FF2B5EF4-FFF2-40B4-BE49-F238E27FC236}">
                <a16:creationId xmlns:a16="http://schemas.microsoft.com/office/drawing/2014/main" id="{41A475B3-8E5C-4641-BAFC-7F8BC4ECF8A8}"/>
              </a:ext>
            </a:extLst>
          </p:cNvPr>
          <p:cNvSpPr/>
          <p:nvPr/>
        </p:nvSpPr>
        <p:spPr>
          <a:xfrm>
            <a:off x="6595552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9" name="Arrow: Chevron 18">
            <a:hlinkClick r:id="rId3" action="ppaction://hlinksldjump"/>
            <a:extLst>
              <a:ext uri="{FF2B5EF4-FFF2-40B4-BE49-F238E27FC236}">
                <a16:creationId xmlns:a16="http://schemas.microsoft.com/office/drawing/2014/main" id="{CE860113-49CB-4A22-8158-531621CFB468}"/>
              </a:ext>
            </a:extLst>
          </p:cNvPr>
          <p:cNvSpPr/>
          <p:nvPr/>
        </p:nvSpPr>
        <p:spPr>
          <a:xfrm flipH="1">
            <a:off x="5249766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DFE6EF0-0437-48F0-A5BB-EB56C47D268F}"/>
              </a:ext>
            </a:extLst>
          </p:cNvPr>
          <p:cNvSpPr/>
          <p:nvPr/>
        </p:nvSpPr>
        <p:spPr>
          <a:xfrm>
            <a:off x="5554818" y="5337033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9C925-628A-B7FE-8B77-5494D21C5CAF}"/>
              </a:ext>
            </a:extLst>
          </p:cNvPr>
          <p:cNvSpPr txBox="1"/>
          <p:nvPr/>
        </p:nvSpPr>
        <p:spPr>
          <a:xfrm>
            <a:off x="5742961" y="5419805"/>
            <a:ext cx="706272" cy="4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400" kern="12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54018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2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2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3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4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10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12" name="Arrow: Chevron 11">
            <a:hlinkClick r:id="rId2" action="ppaction://hlinksldjump"/>
            <a:extLst>
              <a:ext uri="{FF2B5EF4-FFF2-40B4-BE49-F238E27FC236}">
                <a16:creationId xmlns:a16="http://schemas.microsoft.com/office/drawing/2014/main" id="{7483CB28-0A21-D4F9-E0C3-ADED8875FE8A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3" name="Arrow: Chevron 12">
            <a:hlinkClick r:id="rId2" action="ppaction://hlinksldjump"/>
            <a:extLst>
              <a:ext uri="{FF2B5EF4-FFF2-40B4-BE49-F238E27FC236}">
                <a16:creationId xmlns:a16="http://schemas.microsoft.com/office/drawing/2014/main" id="{EFDC4F8A-F85F-95BC-9386-B89D80BB72F8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13FC5F6-23A8-5CE2-AB17-BDC645688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8031" y="2071419"/>
            <a:ext cx="4220058" cy="430363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fa-IR" dirty="0"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این زمان از و این شرایط فعلی تکنولوژی مورد نیاز، و کاربردهای متنوع با هدف بهبود ابزارهای کاربردی می باشد، کتابهای زیادی در شصت و سه درصد گذشته حال و آینده، شناخت فراوان جامعه و متخصصان را می طلبد.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B9449A8E-E416-AE29-7FA3-681097125CCF}"/>
              </a:ext>
            </a:extLst>
          </p:cNvPr>
          <p:cNvSpPr txBox="1">
            <a:spLocks/>
          </p:cNvSpPr>
          <p:nvPr/>
        </p:nvSpPr>
        <p:spPr>
          <a:xfrm>
            <a:off x="690321" y="2071419"/>
            <a:ext cx="4220058" cy="4303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70000"/>
              </a:lnSpc>
            </a:pPr>
            <a:r>
              <a:rPr lang="fa-IR" dirty="0"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این زمان از و این شرایط فعلی تکنولوژی مورد نیاز، و کاربردهای متنوع با هدف بهبود ابزارهای کاربردی می باشد، کتابهای زیادی در شصت و سه درصد گذشته حال و آینده، شناخت فراوان جامعه و متخصصان را می طلبد.</a:t>
            </a:r>
          </a:p>
        </p:txBody>
      </p:sp>
    </p:spTree>
    <p:extLst>
      <p:ext uri="{BB962C8B-B14F-4D97-AF65-F5344CB8AC3E}">
        <p14:creationId xmlns:p14="http://schemas.microsoft.com/office/powerpoint/2010/main" val="502606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1291765" y="1280473"/>
            <a:ext cx="9608457" cy="4297054"/>
          </a:xfrm>
          <a:prstGeom prst="roundRect">
            <a:avLst>
              <a:gd name="adj" fmla="val 1309"/>
            </a:avLst>
          </a:prstGeom>
          <a:solidFill>
            <a:srgbClr val="262344"/>
          </a:solidFill>
          <a:ln>
            <a:solidFill>
              <a:srgbClr val="262344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2E3265-0067-49BB-B185-6A88ADF64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7297" y="2317953"/>
            <a:ext cx="6690269" cy="1201095"/>
          </a:xfrm>
        </p:spPr>
        <p:txBody>
          <a:bodyPr>
            <a:noAutofit/>
          </a:bodyPr>
          <a:lstStyle/>
          <a:p>
            <a:r>
              <a:rPr lang="fa-IR" sz="66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عنوان فصل چهارم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BBA44A2-354B-4CA5-BA07-20E9E168A8A9}"/>
              </a:ext>
            </a:extLst>
          </p:cNvPr>
          <p:cNvSpPr/>
          <p:nvPr/>
        </p:nvSpPr>
        <p:spPr>
          <a:xfrm>
            <a:off x="5554715" y="1035310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cs typeface="B Titr" panose="00000700000000000000" pitchFamily="2" charset="-78"/>
            </a:endParaRPr>
          </a:p>
        </p:txBody>
      </p:sp>
      <p:pic>
        <p:nvPicPr>
          <p:cNvPr id="21" name="Graphic 20" descr="Home">
            <a:extLst>
              <a:ext uri="{FF2B5EF4-FFF2-40B4-BE49-F238E27FC236}">
                <a16:creationId xmlns:a16="http://schemas.microsoft.com/office/drawing/2014/main" id="{445AD03F-DC12-4E8D-81B6-7B74D49A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1400" y="1048873"/>
            <a:ext cx="389195" cy="389195"/>
          </a:xfrm>
          <a:prstGeom prst="rect">
            <a:avLst/>
          </a:prstGeom>
        </p:spPr>
      </p:pic>
      <p:sp>
        <p:nvSpPr>
          <p:cNvPr id="29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FF3AFF16-998E-4019-8AB5-D18BC8C43CB0}"/>
              </a:ext>
            </a:extLst>
          </p:cNvPr>
          <p:cNvSpPr/>
          <p:nvPr/>
        </p:nvSpPr>
        <p:spPr>
          <a:xfrm flipH="1">
            <a:off x="12228020" y="1348992"/>
            <a:ext cx="2127509" cy="57939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0" name="Freeform: Shape 29">
            <a:hlinkClick r:id="rId3" action="ppaction://hlinksldjump"/>
            <a:extLst>
              <a:ext uri="{FF2B5EF4-FFF2-40B4-BE49-F238E27FC236}">
                <a16:creationId xmlns:a16="http://schemas.microsoft.com/office/drawing/2014/main" id="{5E169015-33E8-4D36-9AE6-2B6696A95EB9}"/>
              </a:ext>
            </a:extLst>
          </p:cNvPr>
          <p:cNvSpPr/>
          <p:nvPr/>
        </p:nvSpPr>
        <p:spPr>
          <a:xfrm flipH="1">
            <a:off x="12228020" y="2252344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E06BC56-4CDB-4893-8542-BABB3D350A0C}"/>
              </a:ext>
            </a:extLst>
          </p:cNvPr>
          <p:cNvSpPr/>
          <p:nvPr/>
        </p:nvSpPr>
        <p:spPr>
          <a:xfrm flipH="1">
            <a:off x="12228020" y="3155696"/>
            <a:ext cx="2127510" cy="57939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40" name="Freeform: Shape 39">
            <a:hlinkClick r:id="rId4" action="ppaction://hlinksldjump"/>
            <a:extLst>
              <a:ext uri="{FF2B5EF4-FFF2-40B4-BE49-F238E27FC236}">
                <a16:creationId xmlns:a16="http://schemas.microsoft.com/office/drawing/2014/main" id="{AB6D9056-2C7E-4A84-9224-CA946D9C7395}"/>
              </a:ext>
            </a:extLst>
          </p:cNvPr>
          <p:cNvSpPr/>
          <p:nvPr/>
        </p:nvSpPr>
        <p:spPr>
          <a:xfrm flipH="1">
            <a:off x="12228020" y="4059048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41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04703027-9E90-45AC-8F53-1570CFC00486}"/>
              </a:ext>
            </a:extLst>
          </p:cNvPr>
          <p:cNvSpPr/>
          <p:nvPr/>
        </p:nvSpPr>
        <p:spPr>
          <a:xfrm flipH="1">
            <a:off x="12205754" y="4962400"/>
            <a:ext cx="2127509" cy="57939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E6B9C04-DB38-4FC5-933F-3F77469B3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34" y="3764211"/>
            <a:ext cx="6772332" cy="1201095"/>
          </a:xfrm>
        </p:spPr>
        <p:txBody>
          <a:bodyPr>
            <a:normAutofit fontScale="55000" lnSpcReduction="20000"/>
          </a:bodyPr>
          <a:lstStyle/>
          <a:p>
            <a:pPr rtl="1">
              <a:lnSpc>
                <a:spcPct val="170000"/>
              </a:lnSpc>
            </a:pPr>
            <a:r>
              <a:rPr lang="fa-IR" dirty="0">
                <a:solidFill>
                  <a:schemeClr val="bg1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باشد.</a:t>
            </a:r>
          </a:p>
        </p:txBody>
      </p:sp>
      <p:sp>
        <p:nvSpPr>
          <p:cNvPr id="18" name="Arrow: Chevron 17">
            <a:hlinkClick r:id="rId3" action="ppaction://hlinksldjump"/>
            <a:extLst>
              <a:ext uri="{FF2B5EF4-FFF2-40B4-BE49-F238E27FC236}">
                <a16:creationId xmlns:a16="http://schemas.microsoft.com/office/drawing/2014/main" id="{41A475B3-8E5C-4641-BAFC-7F8BC4ECF8A8}"/>
              </a:ext>
            </a:extLst>
          </p:cNvPr>
          <p:cNvSpPr/>
          <p:nvPr/>
        </p:nvSpPr>
        <p:spPr>
          <a:xfrm>
            <a:off x="6595552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9" name="Arrow: Chevron 18">
            <a:hlinkClick r:id="rId3" action="ppaction://hlinksldjump"/>
            <a:extLst>
              <a:ext uri="{FF2B5EF4-FFF2-40B4-BE49-F238E27FC236}">
                <a16:creationId xmlns:a16="http://schemas.microsoft.com/office/drawing/2014/main" id="{CE860113-49CB-4A22-8158-531621CFB468}"/>
              </a:ext>
            </a:extLst>
          </p:cNvPr>
          <p:cNvSpPr/>
          <p:nvPr/>
        </p:nvSpPr>
        <p:spPr>
          <a:xfrm flipH="1">
            <a:off x="5249766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DFE6EF0-0437-48F0-A5BB-EB56C47D268F}"/>
              </a:ext>
            </a:extLst>
          </p:cNvPr>
          <p:cNvSpPr/>
          <p:nvPr/>
        </p:nvSpPr>
        <p:spPr>
          <a:xfrm>
            <a:off x="5554818" y="5337033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9C925-628A-B7FE-8B77-5494D21C5CAF}"/>
              </a:ext>
            </a:extLst>
          </p:cNvPr>
          <p:cNvSpPr txBox="1"/>
          <p:nvPr/>
        </p:nvSpPr>
        <p:spPr>
          <a:xfrm>
            <a:off x="5742961" y="5419805"/>
            <a:ext cx="706272" cy="4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400" kern="12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8044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3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4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12</a:t>
            </a:r>
          </a:p>
        </p:txBody>
      </p:sp>
      <p:sp>
        <p:nvSpPr>
          <p:cNvPr id="6" name="Arrow: Chevron 5">
            <a:hlinkClick r:id="rId2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2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A284821-3DE8-C6A9-E164-F7E4353BF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876" y="2071419"/>
            <a:ext cx="8839082" cy="351212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fa-IR" dirty="0">
                <a:solidFill>
                  <a:srgbClr val="000000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باشد، کتابهای زیادی در شصت و سه درصد گذشته حال و آینده، شناخت فراوان جامعه و متخصصان را می طلبد، تا با نرم افزارها شناخت بیشتری را برای طراحان رایانه ای علی الخصوص طراحان خلاقی، و فرهنگ پیشرو در زبان فارسی ایجاد کرد، در این صورت می توان امید داشت که تمام و دشواری موجود در ارائه راهکارها، و شرایط سخت تایپ به پایان رسد و زمان مورد نیاز شامل حروفچینی دستاوردهای اصلی، و جوابگوی سوالات پیوسته اهل دنیای موجود طراحی اساسا مورد استفاده قرار گیرد.</a:t>
            </a:r>
          </a:p>
        </p:txBody>
      </p:sp>
    </p:spTree>
    <p:extLst>
      <p:ext uri="{BB962C8B-B14F-4D97-AF65-F5344CB8AC3E}">
        <p14:creationId xmlns:p14="http://schemas.microsoft.com/office/powerpoint/2010/main" val="1219518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1291765" y="1280473"/>
            <a:ext cx="9608457" cy="4297054"/>
          </a:xfrm>
          <a:prstGeom prst="roundRect">
            <a:avLst>
              <a:gd name="adj" fmla="val 1309"/>
            </a:avLst>
          </a:prstGeom>
          <a:solidFill>
            <a:srgbClr val="262344"/>
          </a:solidFill>
          <a:ln>
            <a:solidFill>
              <a:srgbClr val="262344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2E3265-0067-49BB-B185-6A88ADF64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7297" y="2317953"/>
            <a:ext cx="6690269" cy="1201095"/>
          </a:xfrm>
        </p:spPr>
        <p:txBody>
          <a:bodyPr>
            <a:noAutofit/>
          </a:bodyPr>
          <a:lstStyle/>
          <a:p>
            <a:r>
              <a:rPr lang="fa-IR" sz="66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عنوان فصل پنجم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BBA44A2-354B-4CA5-BA07-20E9E168A8A9}"/>
              </a:ext>
            </a:extLst>
          </p:cNvPr>
          <p:cNvSpPr/>
          <p:nvPr/>
        </p:nvSpPr>
        <p:spPr>
          <a:xfrm>
            <a:off x="5554715" y="1035310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cs typeface="B Titr" panose="00000700000000000000" pitchFamily="2" charset="-78"/>
            </a:endParaRPr>
          </a:p>
        </p:txBody>
      </p:sp>
      <p:pic>
        <p:nvPicPr>
          <p:cNvPr id="21" name="Graphic 20" descr="Home">
            <a:extLst>
              <a:ext uri="{FF2B5EF4-FFF2-40B4-BE49-F238E27FC236}">
                <a16:creationId xmlns:a16="http://schemas.microsoft.com/office/drawing/2014/main" id="{445AD03F-DC12-4E8D-81B6-7B74D49A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1400" y="1048873"/>
            <a:ext cx="389195" cy="389195"/>
          </a:xfrm>
          <a:prstGeom prst="rect">
            <a:avLst/>
          </a:prstGeom>
        </p:spPr>
      </p:pic>
      <p:sp>
        <p:nvSpPr>
          <p:cNvPr id="29" name="!!Freeform: Shape 20">
            <a:hlinkClick r:id="rId3" action="ppaction://hlinksldjump"/>
            <a:extLst>
              <a:ext uri="{FF2B5EF4-FFF2-40B4-BE49-F238E27FC236}">
                <a16:creationId xmlns:a16="http://schemas.microsoft.com/office/drawing/2014/main" id="{FF3AFF16-998E-4019-8AB5-D18BC8C43CB0}"/>
              </a:ext>
            </a:extLst>
          </p:cNvPr>
          <p:cNvSpPr/>
          <p:nvPr/>
        </p:nvSpPr>
        <p:spPr>
          <a:xfrm flipH="1">
            <a:off x="12228020" y="1348992"/>
            <a:ext cx="2127509" cy="57939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30" name="Freeform: Shape 29">
            <a:hlinkClick r:id="rId3" action="ppaction://hlinksldjump"/>
            <a:extLst>
              <a:ext uri="{FF2B5EF4-FFF2-40B4-BE49-F238E27FC236}">
                <a16:creationId xmlns:a16="http://schemas.microsoft.com/office/drawing/2014/main" id="{5E169015-33E8-4D36-9AE6-2B6696A95EB9}"/>
              </a:ext>
            </a:extLst>
          </p:cNvPr>
          <p:cNvSpPr/>
          <p:nvPr/>
        </p:nvSpPr>
        <p:spPr>
          <a:xfrm flipH="1">
            <a:off x="12228020" y="2252344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36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E06BC56-4CDB-4893-8542-BABB3D350A0C}"/>
              </a:ext>
            </a:extLst>
          </p:cNvPr>
          <p:cNvSpPr/>
          <p:nvPr/>
        </p:nvSpPr>
        <p:spPr>
          <a:xfrm flipH="1">
            <a:off x="12228020" y="3155696"/>
            <a:ext cx="2127510" cy="57939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40" name="Freeform: Shape 39">
            <a:hlinkClick r:id="rId4" action="ppaction://hlinksldjump"/>
            <a:extLst>
              <a:ext uri="{FF2B5EF4-FFF2-40B4-BE49-F238E27FC236}">
                <a16:creationId xmlns:a16="http://schemas.microsoft.com/office/drawing/2014/main" id="{AB6D9056-2C7E-4A84-9224-CA946D9C7395}"/>
              </a:ext>
            </a:extLst>
          </p:cNvPr>
          <p:cNvSpPr/>
          <p:nvPr/>
        </p:nvSpPr>
        <p:spPr>
          <a:xfrm flipH="1">
            <a:off x="12228020" y="4059048"/>
            <a:ext cx="2127509" cy="57939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41" name="!!Freeform: Shape 34">
            <a:hlinkClick r:id="rId5" action="ppaction://hlinksldjump"/>
            <a:extLst>
              <a:ext uri="{FF2B5EF4-FFF2-40B4-BE49-F238E27FC236}">
                <a16:creationId xmlns:a16="http://schemas.microsoft.com/office/drawing/2014/main" id="{04703027-9E90-45AC-8F53-1570CFC00486}"/>
              </a:ext>
            </a:extLst>
          </p:cNvPr>
          <p:cNvSpPr/>
          <p:nvPr/>
        </p:nvSpPr>
        <p:spPr>
          <a:xfrm flipH="1">
            <a:off x="12205754" y="4962400"/>
            <a:ext cx="2127509" cy="57939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E6B9C04-DB38-4FC5-933F-3F77469B3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34" y="3764211"/>
            <a:ext cx="6772332" cy="1201095"/>
          </a:xfrm>
        </p:spPr>
        <p:txBody>
          <a:bodyPr>
            <a:normAutofit fontScale="55000" lnSpcReduction="20000"/>
          </a:bodyPr>
          <a:lstStyle/>
          <a:p>
            <a:pPr rtl="1">
              <a:lnSpc>
                <a:spcPct val="170000"/>
              </a:lnSpc>
            </a:pPr>
            <a:r>
              <a:rPr lang="fa-IR" dirty="0">
                <a:solidFill>
                  <a:schemeClr val="bg1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باشد.</a:t>
            </a:r>
          </a:p>
        </p:txBody>
      </p:sp>
      <p:sp>
        <p:nvSpPr>
          <p:cNvPr id="18" name="Arrow: Chevron 17">
            <a:hlinkClick r:id="rId3" action="ppaction://hlinksldjump"/>
            <a:extLst>
              <a:ext uri="{FF2B5EF4-FFF2-40B4-BE49-F238E27FC236}">
                <a16:creationId xmlns:a16="http://schemas.microsoft.com/office/drawing/2014/main" id="{41A475B3-8E5C-4641-BAFC-7F8BC4ECF8A8}"/>
              </a:ext>
            </a:extLst>
          </p:cNvPr>
          <p:cNvSpPr/>
          <p:nvPr/>
        </p:nvSpPr>
        <p:spPr>
          <a:xfrm>
            <a:off x="6595552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9" name="Arrow: Chevron 18">
            <a:hlinkClick r:id="rId3" action="ppaction://hlinksldjump"/>
            <a:extLst>
              <a:ext uri="{FF2B5EF4-FFF2-40B4-BE49-F238E27FC236}">
                <a16:creationId xmlns:a16="http://schemas.microsoft.com/office/drawing/2014/main" id="{CE860113-49CB-4A22-8158-531621CFB468}"/>
              </a:ext>
            </a:extLst>
          </p:cNvPr>
          <p:cNvSpPr/>
          <p:nvPr/>
        </p:nvSpPr>
        <p:spPr>
          <a:xfrm flipH="1">
            <a:off x="5249766" y="103531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DFE6EF0-0437-48F0-A5BB-EB56C47D268F}"/>
              </a:ext>
            </a:extLst>
          </p:cNvPr>
          <p:cNvSpPr/>
          <p:nvPr/>
        </p:nvSpPr>
        <p:spPr>
          <a:xfrm>
            <a:off x="5554818" y="5337033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FFD96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0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a-IR" sz="2000" kern="12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9C925-628A-B7FE-8B77-5494D21C5CAF}"/>
              </a:ext>
            </a:extLst>
          </p:cNvPr>
          <p:cNvSpPr txBox="1"/>
          <p:nvPr/>
        </p:nvSpPr>
        <p:spPr>
          <a:xfrm>
            <a:off x="5742961" y="5419805"/>
            <a:ext cx="706272" cy="4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400" kern="1200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26075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E93-2B41-43B8-A4BB-8CC1767501DD}"/>
              </a:ext>
            </a:extLst>
          </p:cNvPr>
          <p:cNvSpPr/>
          <p:nvPr/>
        </p:nvSpPr>
        <p:spPr>
          <a:xfrm>
            <a:off x="304800" y="357594"/>
            <a:ext cx="10580914" cy="614281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>
            <a:solidFill>
              <a:srgbClr val="262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8" name="!!Freeform: Shape 20">
            <a:hlinkClick r:id="rId2" action="ppaction://hlinksldjump"/>
            <a:extLst>
              <a:ext uri="{FF2B5EF4-FFF2-40B4-BE49-F238E27FC236}">
                <a16:creationId xmlns:a16="http://schemas.microsoft.com/office/drawing/2014/main" id="{0D5DBB3B-CB48-4BC6-B242-8CAFEBB0290C}"/>
              </a:ext>
            </a:extLst>
          </p:cNvPr>
          <p:cNvSpPr/>
          <p:nvPr/>
        </p:nvSpPr>
        <p:spPr>
          <a:xfrm flipH="1">
            <a:off x="10105805" y="1292694"/>
            <a:ext cx="2551805" cy="694944"/>
          </a:xfrm>
          <a:custGeom>
            <a:avLst/>
            <a:gdLst>
              <a:gd name="connsiteX0" fmla="*/ 3876375 w 4307610"/>
              <a:gd name="connsiteY0" fmla="*/ 0 h 765434"/>
              <a:gd name="connsiteX1" fmla="*/ 2676576 w 4307610"/>
              <a:gd name="connsiteY1" fmla="*/ 0 h 765434"/>
              <a:gd name="connsiteX2" fmla="*/ 1631034 w 4307610"/>
              <a:gd name="connsiteY2" fmla="*/ 0 h 765434"/>
              <a:gd name="connsiteX3" fmla="*/ 431235 w 4307610"/>
              <a:gd name="connsiteY3" fmla="*/ 0 h 765434"/>
              <a:gd name="connsiteX4" fmla="*/ 0 w 4307610"/>
              <a:gd name="connsiteY4" fmla="*/ 382717 h 765434"/>
              <a:gd name="connsiteX5" fmla="*/ 431235 w 4307610"/>
              <a:gd name="connsiteY5" fmla="*/ 765434 h 765434"/>
              <a:gd name="connsiteX6" fmla="*/ 1631034 w 4307610"/>
              <a:gd name="connsiteY6" fmla="*/ 765434 h 765434"/>
              <a:gd name="connsiteX7" fmla="*/ 2676576 w 4307610"/>
              <a:gd name="connsiteY7" fmla="*/ 765434 h 765434"/>
              <a:gd name="connsiteX8" fmla="*/ 3876375 w 4307610"/>
              <a:gd name="connsiteY8" fmla="*/ 765434 h 765434"/>
              <a:gd name="connsiteX9" fmla="*/ 4307610 w 4307610"/>
              <a:gd name="connsiteY9" fmla="*/ 382717 h 7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4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7"/>
                </a:lnTo>
                <a:lnTo>
                  <a:pt x="431235" y="765434"/>
                </a:lnTo>
                <a:lnTo>
                  <a:pt x="1631034" y="765434"/>
                </a:lnTo>
                <a:lnTo>
                  <a:pt x="2676576" y="765434"/>
                </a:lnTo>
                <a:lnTo>
                  <a:pt x="3876375" y="765434"/>
                </a:lnTo>
                <a:lnTo>
                  <a:pt x="4307610" y="382717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اول</a:t>
            </a:r>
          </a:p>
        </p:txBody>
      </p:sp>
      <p:sp>
        <p:nvSpPr>
          <p:cNvPr id="49" name="Freeform: Shape 48">
            <a:hlinkClick r:id="rId3" action="ppaction://hlinksldjump"/>
            <a:extLst>
              <a:ext uri="{FF2B5EF4-FFF2-40B4-BE49-F238E27FC236}">
                <a16:creationId xmlns:a16="http://schemas.microsoft.com/office/drawing/2014/main" id="{77D69F18-4B5C-40D6-8116-250D04FED27C}"/>
              </a:ext>
            </a:extLst>
          </p:cNvPr>
          <p:cNvSpPr/>
          <p:nvPr/>
        </p:nvSpPr>
        <p:spPr>
          <a:xfrm flipH="1">
            <a:off x="10105805" y="2196046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دوم</a:t>
            </a:r>
          </a:p>
        </p:txBody>
      </p:sp>
      <p:sp>
        <p:nvSpPr>
          <p:cNvPr id="50" name="!!Freeform: Shape 32">
            <a:hlinkClick r:id="rId3" action="ppaction://hlinksldjump"/>
            <a:extLst>
              <a:ext uri="{FF2B5EF4-FFF2-40B4-BE49-F238E27FC236}">
                <a16:creationId xmlns:a16="http://schemas.microsoft.com/office/drawing/2014/main" id="{75FA1A5F-92D2-461A-A986-FB3376117D7B}"/>
              </a:ext>
            </a:extLst>
          </p:cNvPr>
          <p:cNvSpPr/>
          <p:nvPr/>
        </p:nvSpPr>
        <p:spPr>
          <a:xfrm flipH="1">
            <a:off x="10105804" y="3099398"/>
            <a:ext cx="2551806" cy="694944"/>
          </a:xfrm>
          <a:custGeom>
            <a:avLst/>
            <a:gdLst>
              <a:gd name="connsiteX0" fmla="*/ 3876376 w 4307611"/>
              <a:gd name="connsiteY0" fmla="*/ 0 h 765433"/>
              <a:gd name="connsiteX1" fmla="*/ 2676577 w 4307611"/>
              <a:gd name="connsiteY1" fmla="*/ 0 h 765433"/>
              <a:gd name="connsiteX2" fmla="*/ 1631034 w 4307611"/>
              <a:gd name="connsiteY2" fmla="*/ 0 h 765433"/>
              <a:gd name="connsiteX3" fmla="*/ 431235 w 4307611"/>
              <a:gd name="connsiteY3" fmla="*/ 0 h 765433"/>
              <a:gd name="connsiteX4" fmla="*/ 0 w 4307611"/>
              <a:gd name="connsiteY4" fmla="*/ 382716 h 765433"/>
              <a:gd name="connsiteX5" fmla="*/ 431235 w 4307611"/>
              <a:gd name="connsiteY5" fmla="*/ 765433 h 765433"/>
              <a:gd name="connsiteX6" fmla="*/ 1631034 w 4307611"/>
              <a:gd name="connsiteY6" fmla="*/ 765433 h 765433"/>
              <a:gd name="connsiteX7" fmla="*/ 2676577 w 4307611"/>
              <a:gd name="connsiteY7" fmla="*/ 765433 h 765433"/>
              <a:gd name="connsiteX8" fmla="*/ 3876376 w 4307611"/>
              <a:gd name="connsiteY8" fmla="*/ 765433 h 765433"/>
              <a:gd name="connsiteX9" fmla="*/ 4307611 w 4307611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1" h="765433">
                <a:moveTo>
                  <a:pt x="3876376" y="0"/>
                </a:moveTo>
                <a:lnTo>
                  <a:pt x="2676577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7" y="765433"/>
                </a:lnTo>
                <a:lnTo>
                  <a:pt x="3876376" y="765433"/>
                </a:lnTo>
                <a:lnTo>
                  <a:pt x="4307611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سوم</a:t>
            </a:r>
          </a:p>
        </p:txBody>
      </p:sp>
      <p:sp>
        <p:nvSpPr>
          <p:cNvPr id="51" name="Freeform: Shape 50">
            <a:hlinkClick r:id="rId4" action="ppaction://hlinksldjump"/>
            <a:extLst>
              <a:ext uri="{FF2B5EF4-FFF2-40B4-BE49-F238E27FC236}">
                <a16:creationId xmlns:a16="http://schemas.microsoft.com/office/drawing/2014/main" id="{B9830256-9CC9-4B27-AC6A-ED612AFBC1ED}"/>
              </a:ext>
            </a:extLst>
          </p:cNvPr>
          <p:cNvSpPr/>
          <p:nvPr/>
        </p:nvSpPr>
        <p:spPr>
          <a:xfrm flipH="1">
            <a:off x="10105805" y="4002750"/>
            <a:ext cx="2551805" cy="694944"/>
          </a:xfrm>
          <a:custGeom>
            <a:avLst/>
            <a:gdLst>
              <a:gd name="connsiteX0" fmla="*/ 3876375 w 4307610"/>
              <a:gd name="connsiteY0" fmla="*/ 0 h 765433"/>
              <a:gd name="connsiteX1" fmla="*/ 2676576 w 4307610"/>
              <a:gd name="connsiteY1" fmla="*/ 0 h 765433"/>
              <a:gd name="connsiteX2" fmla="*/ 1631034 w 4307610"/>
              <a:gd name="connsiteY2" fmla="*/ 0 h 765433"/>
              <a:gd name="connsiteX3" fmla="*/ 431235 w 4307610"/>
              <a:gd name="connsiteY3" fmla="*/ 0 h 765433"/>
              <a:gd name="connsiteX4" fmla="*/ 0 w 4307610"/>
              <a:gd name="connsiteY4" fmla="*/ 382716 h 765433"/>
              <a:gd name="connsiteX5" fmla="*/ 431235 w 4307610"/>
              <a:gd name="connsiteY5" fmla="*/ 765433 h 765433"/>
              <a:gd name="connsiteX6" fmla="*/ 1631034 w 4307610"/>
              <a:gd name="connsiteY6" fmla="*/ 765433 h 765433"/>
              <a:gd name="connsiteX7" fmla="*/ 2676576 w 4307610"/>
              <a:gd name="connsiteY7" fmla="*/ 765433 h 765433"/>
              <a:gd name="connsiteX8" fmla="*/ 3876375 w 4307610"/>
              <a:gd name="connsiteY8" fmla="*/ 765433 h 765433"/>
              <a:gd name="connsiteX9" fmla="*/ 4307610 w 4307610"/>
              <a:gd name="connsiteY9" fmla="*/ 382716 h 7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3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3"/>
                </a:lnTo>
                <a:lnTo>
                  <a:pt x="1631034" y="765433"/>
                </a:lnTo>
                <a:lnTo>
                  <a:pt x="2676576" y="765433"/>
                </a:lnTo>
                <a:lnTo>
                  <a:pt x="3876375" y="765433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white"/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چهارم</a:t>
            </a:r>
          </a:p>
        </p:txBody>
      </p:sp>
      <p:sp>
        <p:nvSpPr>
          <p:cNvPr id="52" name="!!Freeform: Shape 34">
            <a:hlinkClick r:id="rId4" action="ppaction://hlinksldjump"/>
            <a:extLst>
              <a:ext uri="{FF2B5EF4-FFF2-40B4-BE49-F238E27FC236}">
                <a16:creationId xmlns:a16="http://schemas.microsoft.com/office/drawing/2014/main" id="{837A91C8-1B0B-4D45-8687-D24DC1EB7D28}"/>
              </a:ext>
            </a:extLst>
          </p:cNvPr>
          <p:cNvSpPr/>
          <p:nvPr/>
        </p:nvSpPr>
        <p:spPr>
          <a:xfrm flipH="1">
            <a:off x="10083539" y="4906102"/>
            <a:ext cx="2551805" cy="694944"/>
          </a:xfrm>
          <a:custGeom>
            <a:avLst/>
            <a:gdLst>
              <a:gd name="connsiteX0" fmla="*/ 3876375 w 4307610"/>
              <a:gd name="connsiteY0" fmla="*/ 0 h 765432"/>
              <a:gd name="connsiteX1" fmla="*/ 2676576 w 4307610"/>
              <a:gd name="connsiteY1" fmla="*/ 0 h 765432"/>
              <a:gd name="connsiteX2" fmla="*/ 1631034 w 4307610"/>
              <a:gd name="connsiteY2" fmla="*/ 0 h 765432"/>
              <a:gd name="connsiteX3" fmla="*/ 431235 w 4307610"/>
              <a:gd name="connsiteY3" fmla="*/ 0 h 765432"/>
              <a:gd name="connsiteX4" fmla="*/ 0 w 4307610"/>
              <a:gd name="connsiteY4" fmla="*/ 382716 h 765432"/>
              <a:gd name="connsiteX5" fmla="*/ 431235 w 4307610"/>
              <a:gd name="connsiteY5" fmla="*/ 765432 h 765432"/>
              <a:gd name="connsiteX6" fmla="*/ 1631034 w 4307610"/>
              <a:gd name="connsiteY6" fmla="*/ 765432 h 765432"/>
              <a:gd name="connsiteX7" fmla="*/ 2676576 w 4307610"/>
              <a:gd name="connsiteY7" fmla="*/ 765432 h 765432"/>
              <a:gd name="connsiteX8" fmla="*/ 3876375 w 4307610"/>
              <a:gd name="connsiteY8" fmla="*/ 765432 h 765432"/>
              <a:gd name="connsiteX9" fmla="*/ 4307610 w 4307610"/>
              <a:gd name="connsiteY9" fmla="*/ 382716 h 76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7610" h="765432">
                <a:moveTo>
                  <a:pt x="3876375" y="0"/>
                </a:moveTo>
                <a:lnTo>
                  <a:pt x="2676576" y="0"/>
                </a:lnTo>
                <a:lnTo>
                  <a:pt x="1631034" y="0"/>
                </a:lnTo>
                <a:lnTo>
                  <a:pt x="431235" y="0"/>
                </a:lnTo>
                <a:lnTo>
                  <a:pt x="0" y="382716"/>
                </a:lnTo>
                <a:lnTo>
                  <a:pt x="431235" y="765432"/>
                </a:lnTo>
                <a:lnTo>
                  <a:pt x="1631034" y="765432"/>
                </a:lnTo>
                <a:lnTo>
                  <a:pt x="2676576" y="765432"/>
                </a:lnTo>
                <a:lnTo>
                  <a:pt x="3876375" y="765432"/>
                </a:lnTo>
                <a:lnTo>
                  <a:pt x="4307610" y="382716"/>
                </a:lnTo>
                <a:close/>
              </a:path>
            </a:pathLst>
          </a:custGeom>
          <a:solidFill>
            <a:srgbClr val="FFD96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sz="22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فصل پنجم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2D88F4-0E7B-422B-87C7-316B14DAB4E5}"/>
              </a:ext>
            </a:extLst>
          </p:cNvPr>
          <p:cNvSpPr/>
          <p:nvPr/>
        </p:nvSpPr>
        <p:spPr>
          <a:xfrm>
            <a:off x="9888033" y="1366297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24BAFFA-6F88-422B-8424-E4093D100426}"/>
              </a:ext>
            </a:extLst>
          </p:cNvPr>
          <p:cNvSpPr/>
          <p:nvPr/>
        </p:nvSpPr>
        <p:spPr>
          <a:xfrm>
            <a:off x="9888033" y="2269649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984405-D8F0-4808-9B59-F52CAA8A28FD}"/>
              </a:ext>
            </a:extLst>
          </p:cNvPr>
          <p:cNvSpPr/>
          <p:nvPr/>
        </p:nvSpPr>
        <p:spPr>
          <a:xfrm>
            <a:off x="9888033" y="3173001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3A6DEA-5D76-4A65-AABA-14DD687794EA}"/>
              </a:ext>
            </a:extLst>
          </p:cNvPr>
          <p:cNvSpPr/>
          <p:nvPr/>
        </p:nvSpPr>
        <p:spPr>
          <a:xfrm>
            <a:off x="9888033" y="4076354"/>
            <a:ext cx="547737" cy="547737"/>
          </a:xfrm>
          <a:prstGeom prst="ellipse">
            <a:avLst/>
          </a:prstGeom>
          <a:solidFill>
            <a:srgbClr val="FFD966"/>
          </a:solidFill>
          <a:ln>
            <a:solidFill>
              <a:srgbClr val="262344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262344"/>
                </a:solidFill>
                <a:latin typeface="Vazir Light FD" pitchFamily="2" charset="-78"/>
                <a:cs typeface="Vazir Light FD" pitchFamily="2" charset="-78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A5E9DA8-4560-46C3-9999-52D81640B523}"/>
              </a:ext>
            </a:extLst>
          </p:cNvPr>
          <p:cNvSpPr/>
          <p:nvPr/>
        </p:nvSpPr>
        <p:spPr>
          <a:xfrm>
            <a:off x="9888033" y="4979706"/>
            <a:ext cx="547737" cy="547737"/>
          </a:xfrm>
          <a:prstGeom prst="ellipse">
            <a:avLst/>
          </a:prstGeom>
          <a:solidFill>
            <a:srgbClr val="26234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lIns="0" rIns="0"/>
          <a:lstStyle/>
          <a:p>
            <a:pPr algn="ctr" rtl="1"/>
            <a:r>
              <a:rPr lang="fa-IR" sz="2000" b="1" dirty="0">
                <a:solidFill>
                  <a:srgbClr val="FFD966"/>
                </a:solidFill>
                <a:latin typeface="Vazir Light FD" pitchFamily="2" charset="-78"/>
                <a:cs typeface="Vazir Light FD" pitchFamily="2" charset="-78"/>
              </a:rPr>
              <a:t>05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683828-7D17-A2ED-77F8-38088A584FED}"/>
              </a:ext>
            </a:extLst>
          </p:cNvPr>
          <p:cNvSpPr/>
          <p:nvPr/>
        </p:nvSpPr>
        <p:spPr>
          <a:xfrm>
            <a:off x="11498811" y="6010082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F63E-B1AA-07CD-8F6C-C39ABE5850DB}"/>
              </a:ext>
            </a:extLst>
          </p:cNvPr>
          <p:cNvSpPr/>
          <p:nvPr/>
        </p:nvSpPr>
        <p:spPr>
          <a:xfrm>
            <a:off x="11459054" y="354516"/>
            <a:ext cx="1082559" cy="490325"/>
          </a:xfrm>
          <a:custGeom>
            <a:avLst/>
            <a:gdLst>
              <a:gd name="connsiteX0" fmla="*/ 953469 w 1082559"/>
              <a:gd name="connsiteY0" fmla="*/ 0 h 490325"/>
              <a:gd name="connsiteX1" fmla="*/ 801232 w 1082559"/>
              <a:gd name="connsiteY1" fmla="*/ 0 h 490325"/>
              <a:gd name="connsiteX2" fmla="*/ 281327 w 1082559"/>
              <a:gd name="connsiteY2" fmla="*/ 0 h 490325"/>
              <a:gd name="connsiteX3" fmla="*/ 129090 w 1082559"/>
              <a:gd name="connsiteY3" fmla="*/ 0 h 490325"/>
              <a:gd name="connsiteX4" fmla="*/ 0 w 1082559"/>
              <a:gd name="connsiteY4" fmla="*/ 245162 h 490325"/>
              <a:gd name="connsiteX5" fmla="*/ 129090 w 1082559"/>
              <a:gd name="connsiteY5" fmla="*/ 490325 h 490325"/>
              <a:gd name="connsiteX6" fmla="*/ 281327 w 1082559"/>
              <a:gd name="connsiteY6" fmla="*/ 490325 h 490325"/>
              <a:gd name="connsiteX7" fmla="*/ 801232 w 1082559"/>
              <a:gd name="connsiteY7" fmla="*/ 490325 h 490325"/>
              <a:gd name="connsiteX8" fmla="*/ 953469 w 1082559"/>
              <a:gd name="connsiteY8" fmla="*/ 490325 h 490325"/>
              <a:gd name="connsiteX9" fmla="*/ 1082559 w 1082559"/>
              <a:gd name="connsiteY9" fmla="*/ 24516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2559" h="490325">
                <a:moveTo>
                  <a:pt x="953469" y="0"/>
                </a:moveTo>
                <a:lnTo>
                  <a:pt x="801232" y="0"/>
                </a:lnTo>
                <a:lnTo>
                  <a:pt x="281327" y="0"/>
                </a:lnTo>
                <a:lnTo>
                  <a:pt x="129090" y="0"/>
                </a:lnTo>
                <a:lnTo>
                  <a:pt x="0" y="245162"/>
                </a:lnTo>
                <a:lnTo>
                  <a:pt x="129090" y="490325"/>
                </a:lnTo>
                <a:lnTo>
                  <a:pt x="281327" y="490325"/>
                </a:lnTo>
                <a:lnTo>
                  <a:pt x="801232" y="490325"/>
                </a:lnTo>
                <a:lnTo>
                  <a:pt x="953469" y="490325"/>
                </a:lnTo>
                <a:lnTo>
                  <a:pt x="1082559" y="245162"/>
                </a:lnTo>
                <a:close/>
              </a:path>
            </a:pathLst>
          </a:custGeom>
          <a:solidFill>
            <a:srgbClr val="262344"/>
          </a:solidFill>
          <a:ln w="28575">
            <a:noFill/>
            <a:prstDash val="sysDot"/>
          </a:ln>
          <a:effectLst>
            <a:outerShdw blurRad="127000" dist="508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dirty="0">
              <a:solidFill>
                <a:prstClr val="white"/>
              </a:solidFill>
              <a:cs typeface="Arial"/>
            </a:endParaRPr>
          </a:p>
        </p:txBody>
      </p:sp>
      <p:pic>
        <p:nvPicPr>
          <p:cNvPr id="4" name="Graphic 3" descr="Home">
            <a:extLst>
              <a:ext uri="{FF2B5EF4-FFF2-40B4-BE49-F238E27FC236}">
                <a16:creationId xmlns:a16="http://schemas.microsoft.com/office/drawing/2014/main" id="{8A3786AC-F4BE-B4BD-A1C8-5442AE7CA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6471" y="405081"/>
            <a:ext cx="389195" cy="389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1082-5B2E-40E5-A7AC-A5E0C8B07B57}"/>
              </a:ext>
            </a:extLst>
          </p:cNvPr>
          <p:cNvSpPr txBox="1"/>
          <p:nvPr/>
        </p:nvSpPr>
        <p:spPr>
          <a:xfrm>
            <a:off x="11498811" y="6112895"/>
            <a:ext cx="806054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a-IR" sz="2000" kern="1200" dirty="0">
                <a:solidFill>
                  <a:schemeClr val="bg1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14</a:t>
            </a:r>
          </a:p>
        </p:txBody>
      </p:sp>
      <p:sp>
        <p:nvSpPr>
          <p:cNvPr id="6" name="Arrow: Chevron 5">
            <a:hlinkClick r:id="rId2" action="ppaction://hlinksldjump"/>
            <a:extLst>
              <a:ext uri="{FF2B5EF4-FFF2-40B4-BE49-F238E27FC236}">
                <a16:creationId xmlns:a16="http://schemas.microsoft.com/office/drawing/2014/main" id="{4689C099-17EE-6D0D-37B0-DA901262D0A1}"/>
              </a:ext>
            </a:extLst>
          </p:cNvPr>
          <p:cNvSpPr/>
          <p:nvPr/>
        </p:nvSpPr>
        <p:spPr>
          <a:xfrm>
            <a:off x="6595552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7" name="Arrow: Chevron 6">
            <a:hlinkClick r:id="rId2" action="ppaction://hlinksldjump"/>
            <a:extLst>
              <a:ext uri="{FF2B5EF4-FFF2-40B4-BE49-F238E27FC236}">
                <a16:creationId xmlns:a16="http://schemas.microsoft.com/office/drawing/2014/main" id="{9F3279E9-9571-27F5-F6A9-FB0218BC100A}"/>
              </a:ext>
            </a:extLst>
          </p:cNvPr>
          <p:cNvSpPr/>
          <p:nvPr/>
        </p:nvSpPr>
        <p:spPr>
          <a:xfrm flipH="1">
            <a:off x="5249766" y="-1555490"/>
            <a:ext cx="346677" cy="490325"/>
          </a:xfrm>
          <a:prstGeom prst="chevron">
            <a:avLst>
              <a:gd name="adj" fmla="val 35959"/>
            </a:avLst>
          </a:prstGeom>
          <a:solidFill>
            <a:srgbClr val="FFD966"/>
          </a:solidFill>
          <a:ln>
            <a:solidFill>
              <a:srgbClr val="FFD966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921" rIns="182880" bIns="121920" numCol="1" spcCol="1270" anchor="ctr" anchorCtr="0">
            <a:noAutofit/>
          </a:bodyPr>
          <a:lstStyle/>
          <a:p>
            <a:pPr algn="ctr" defTabSz="1422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a-IR" sz="2400" dirty="0">
              <a:latin typeface="Estedad Black" panose="02000A03000000000000" pitchFamily="2" charset="-78"/>
              <a:cs typeface="Estedad Black" panose="02000A03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5F7F24-D5C6-AD90-CA4D-F6B5182E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76" y="974936"/>
            <a:ext cx="8839082" cy="774676"/>
          </a:xfrm>
        </p:spPr>
        <p:txBody>
          <a:bodyPr>
            <a:noAutofit/>
          </a:bodyPr>
          <a:lstStyle/>
          <a:p>
            <a:r>
              <a:rPr lang="fa-IR" sz="4800" b="1" dirty="0">
                <a:solidFill>
                  <a:srgbClr val="262344"/>
                </a:solidFill>
                <a:latin typeface="Estedad Black" panose="02000A03000000000000" pitchFamily="2" charset="-78"/>
                <a:cs typeface="Estedad Black" panose="02000A03000000000000" pitchFamily="2" charset="-78"/>
              </a:rPr>
              <a:t>تیتر خود را وارد کنید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A284821-3DE8-C6A9-E164-F7E4353BF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876" y="2071419"/>
            <a:ext cx="8839082" cy="351212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fa-IR" dirty="0">
                <a:solidFill>
                  <a:srgbClr val="000000"/>
                </a:solidFill>
                <a:effectLst/>
                <a:latin typeface="Shabnam" panose="020B0603030804020204" pitchFamily="34" charset="-78"/>
                <a:cs typeface="Shabnam" panose="020B0603030804020204" pitchFamily="34" charset="-78"/>
              </a:rPr>
              <a:t>لورم ایپسوم متن ساختگی با تولید سادگی نامفهوم از صنعت چاپ، و با استفاده از طراحان گرافیک است، چاپگرها و متون بلکه روزنامه و مجله در ستون و سطرآنچنان که لازم است، و برای شرایط فعلی تکنولوژی مورد نیاز، و کاربردهای متنوع با هدف بهبود ابزارهای کاربردی می باشد، کتابهای زیادی در شصت و سه درصد گذشته حال و آینده، شناخت فراوان جامعه و متخصصان را می طلبد، تا با نرم افزارها شناخت بیشتری را برای طراحان رایانه ای علی الخصوص طراحان خلاقی، و فرهنگ پیشرو در زبان فارسی ایجاد کرد، در این صورت می توان امید داشت که تمام و دشواری موجود در ارائه راهکارها، و شرایط سخت تایپ به پایان رسد و زمان مورد نیاز شامل حروفچینی دستاوردهای اصلی، و جوابگوی سوالات پیوسته اهل دنیای موجود طراحی اساسا مورد استفاده قرار گیرد.</a:t>
            </a:r>
          </a:p>
        </p:txBody>
      </p:sp>
    </p:spTree>
    <p:extLst>
      <p:ext uri="{BB962C8B-B14F-4D97-AF65-F5344CB8AC3E}">
        <p14:creationId xmlns:p14="http://schemas.microsoft.com/office/powerpoint/2010/main" val="556642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A771FEFC-1FEE-48CC-95ED-8B444D136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8200" y="1781792"/>
            <a:ext cx="3399344" cy="2158933"/>
          </a:xfrm>
          <a:prstGeom prst="rect">
            <a:avLst/>
          </a:prstGeom>
        </p:spPr>
      </p:pic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FAFD8D5F-04A3-43CB-8077-9C8FC4C62B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379" y="4107063"/>
            <a:ext cx="3398960" cy="2158933"/>
          </a:xfrm>
          <a:prstGeom prst="rect">
            <a:avLst/>
          </a:prstGeom>
        </p:spPr>
      </p:pic>
      <p:pic>
        <p:nvPicPr>
          <p:cNvPr id="8" name="Picture 7">
            <a:hlinkClick r:id="rId6"/>
            <a:extLst>
              <a:ext uri="{FF2B5EF4-FFF2-40B4-BE49-F238E27FC236}">
                <a16:creationId xmlns:a16="http://schemas.microsoft.com/office/drawing/2014/main" id="{6B940E76-254C-4012-8BCF-2FF08BCAFB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3791" y="1781792"/>
            <a:ext cx="3400140" cy="2158933"/>
          </a:xfrm>
          <a:prstGeom prst="rect">
            <a:avLst/>
          </a:prstGeom>
        </p:spPr>
      </p:pic>
      <p:pic>
        <p:nvPicPr>
          <p:cNvPr id="9" name="Picture 8">
            <a:hlinkClick r:id="rId8"/>
            <a:extLst>
              <a:ext uri="{FF2B5EF4-FFF2-40B4-BE49-F238E27FC236}">
                <a16:creationId xmlns:a16="http://schemas.microsoft.com/office/drawing/2014/main" id="{C2D43386-69DD-4358-A6D4-54A364F61C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6169" y="1781791"/>
            <a:ext cx="3399671" cy="2158933"/>
          </a:xfrm>
          <a:prstGeom prst="rect">
            <a:avLst/>
          </a:prstGeom>
        </p:spPr>
      </p:pic>
      <p:pic>
        <p:nvPicPr>
          <p:cNvPr id="10" name="Picture 9">
            <a:hlinkClick r:id="rId10"/>
            <a:extLst>
              <a:ext uri="{FF2B5EF4-FFF2-40B4-BE49-F238E27FC236}">
                <a16:creationId xmlns:a16="http://schemas.microsoft.com/office/drawing/2014/main" id="{DC02DD8C-7132-4402-8AD7-31DD2296A2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7711" y="4107063"/>
            <a:ext cx="3400320" cy="2158933"/>
          </a:xfrm>
          <a:prstGeom prst="rect">
            <a:avLst/>
          </a:prstGeom>
        </p:spPr>
      </p:pic>
      <p:pic>
        <p:nvPicPr>
          <p:cNvPr id="11" name="Picture 10">
            <a:hlinkClick r:id="rId12"/>
            <a:extLst>
              <a:ext uri="{FF2B5EF4-FFF2-40B4-BE49-F238E27FC236}">
                <a16:creationId xmlns:a16="http://schemas.microsoft.com/office/drawing/2014/main" id="{C60200ED-EE58-4973-8133-A3DDB3D827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5881" y="4107063"/>
            <a:ext cx="3400065" cy="21589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AF9597-3A53-491B-A20F-3D0B9BC3C600}"/>
              </a:ext>
            </a:extLst>
          </p:cNvPr>
          <p:cNvSpPr txBox="1"/>
          <p:nvPr/>
        </p:nvSpPr>
        <p:spPr>
          <a:xfrm>
            <a:off x="2253730" y="379266"/>
            <a:ext cx="7684540" cy="11910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121911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fa-IR" sz="3200" b="1" i="0" u="none" strike="noStrike" kern="0" cap="none" spc="0" normalizeH="0" baseline="0" noProof="0" dirty="0">
                <a:ln w="3175">
                  <a:noFill/>
                </a:ln>
                <a:solidFill>
                  <a:srgbClr val="FFFFFF"/>
                </a:solidFill>
                <a:effectLst>
                  <a:outerShdw blurRad="88900" sx="102000" sy="102000" algn="ctr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B Titr" panose="00000700000000000000" pitchFamily="2" charset="-78"/>
                <a:sym typeface="Arial"/>
              </a:rPr>
              <a:t>قالب های بیشتر از ایران پاورپوینت</a:t>
            </a:r>
          </a:p>
          <a:p>
            <a:pPr marL="0" marR="0" lvl="0" indent="0" algn="ctr" defTabSz="121911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fa-IR" sz="2000" b="1" i="0" u="none" strike="noStrike" kern="0" cap="none" spc="0" normalizeH="0" baseline="0" noProof="0" dirty="0">
                <a:ln w="3175">
                  <a:noFill/>
                </a:ln>
                <a:solidFill>
                  <a:srgbClr val="FFFFFF"/>
                </a:solidFill>
                <a:effectLst>
                  <a:outerShdw blurRad="88900" sx="102000" sy="102000" algn="ctr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B Titr" panose="00000700000000000000" pitchFamily="2" charset="-78"/>
                <a:sym typeface="Arial"/>
              </a:rPr>
              <a:t> (بر روی قالب کلیک  کنید)</a:t>
            </a:r>
            <a:endParaRPr kumimoji="0" lang="en-US" sz="2000" b="1" i="0" u="none" strike="noStrike" kern="0" cap="none" spc="0" normalizeH="0" baseline="0" noProof="0" dirty="0">
              <a:ln w="3175">
                <a:noFill/>
              </a:ln>
              <a:solidFill>
                <a:srgbClr val="FFFFFF"/>
              </a:solidFill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B Titr" panose="00000700000000000000" pitchFamily="2" charset="-7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4006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hlinkClick r:id="rId3"/>
            <a:extLst>
              <a:ext uri="{FF2B5EF4-FFF2-40B4-BE49-F238E27FC236}">
                <a16:creationId xmlns:a16="http://schemas.microsoft.com/office/drawing/2014/main" id="{BA8E790F-618F-42BB-BC0C-25AC4BFD3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" y="0"/>
            <a:ext cx="12188389" cy="6858000"/>
          </a:xfrm>
          <a:prstGeom prst="rect">
            <a:avLst/>
          </a:prstGeom>
        </p:spPr>
      </p:pic>
      <p:sp>
        <p:nvSpPr>
          <p:cNvPr id="34" name="TextBox 33">
            <a:hlinkClick r:id="rId3"/>
            <a:extLst>
              <a:ext uri="{FF2B5EF4-FFF2-40B4-BE49-F238E27FC236}">
                <a16:creationId xmlns:a16="http://schemas.microsoft.com/office/drawing/2014/main" id="{3B39D572-A2A9-4F7C-977D-263A2BB52D6D}"/>
              </a:ext>
            </a:extLst>
          </p:cNvPr>
          <p:cNvSpPr txBox="1"/>
          <p:nvPr/>
        </p:nvSpPr>
        <p:spPr>
          <a:xfrm>
            <a:off x="6725749" y="638016"/>
            <a:ext cx="4373177" cy="465305"/>
          </a:xfrm>
          <a:prstGeom prst="round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دکمه </a:t>
            </a: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Ctrl</a:t>
            </a:r>
            <a:r>
              <a:rPr kumimoji="0" lang="fa-IR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 را نگه داشته و کلیک کنید</a:t>
            </a: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mim FD" panose="020B0603030804020204" pitchFamily="34" charset="0"/>
              <a:ea typeface="Samim FD" panose="020B0603030804020204" pitchFamily="34" charset="0"/>
              <a:cs typeface="Samim FD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97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Nova">
      <a:dk1>
        <a:srgbClr val="172144"/>
      </a:dk1>
      <a:lt1>
        <a:srgbClr val="FFFFFF"/>
      </a:lt1>
      <a:dk2>
        <a:srgbClr val="4956E4"/>
      </a:dk2>
      <a:lt2>
        <a:srgbClr val="4D3FBD"/>
      </a:lt2>
      <a:accent1>
        <a:srgbClr val="807AF2"/>
      </a:accent1>
      <a:accent2>
        <a:srgbClr val="799CEA"/>
      </a:accent2>
      <a:accent3>
        <a:srgbClr val="FF4041"/>
      </a:accent3>
      <a:accent4>
        <a:srgbClr val="FF0A0B"/>
      </a:accent4>
      <a:accent5>
        <a:srgbClr val="8694FD"/>
      </a:accent5>
      <a:accent6>
        <a:srgbClr val="4D61FC"/>
      </a:accent6>
      <a:hlink>
        <a:srgbClr val="2F8299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jeebstore theme">
  <a:themeElements>
    <a:clrScheme name="Custom 12">
      <a:dk1>
        <a:srgbClr val="2D324F"/>
      </a:dk1>
      <a:lt1>
        <a:srgbClr val="FFFFFF"/>
      </a:lt1>
      <a:dk2>
        <a:srgbClr val="121926"/>
      </a:dk2>
      <a:lt2>
        <a:srgbClr val="FFFFFF"/>
      </a:lt2>
      <a:accent1>
        <a:srgbClr val="F8B07E"/>
      </a:accent1>
      <a:accent2>
        <a:srgbClr val="FFFFFF"/>
      </a:accent2>
      <a:accent3>
        <a:srgbClr val="F8B07E"/>
      </a:accent3>
      <a:accent4>
        <a:srgbClr val="FFFFFF"/>
      </a:accent4>
      <a:accent5>
        <a:srgbClr val="F8B07E"/>
      </a:accent5>
      <a:accent6>
        <a:srgbClr val="FFFFFF"/>
      </a:accent6>
      <a:hlink>
        <a:srgbClr val="F33B48"/>
      </a:hlink>
      <a:folHlink>
        <a:srgbClr val="FFC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2734</Words>
  <Application>Microsoft Office PowerPoint</Application>
  <PresentationFormat>Widescreen</PresentationFormat>
  <Paragraphs>601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1" baseType="lpstr">
      <vt:lpstr>Shabnam</vt:lpstr>
      <vt:lpstr>Calibri</vt:lpstr>
      <vt:lpstr>Calibri Light</vt:lpstr>
      <vt:lpstr>Samim FD</vt:lpstr>
      <vt:lpstr>Vazir Light FD</vt:lpstr>
      <vt:lpstr>B Titr</vt:lpstr>
      <vt:lpstr>S Besmellah 1</vt:lpstr>
      <vt:lpstr>Vazir Light FD\</vt:lpstr>
      <vt:lpstr>Estedad Black</vt:lpstr>
      <vt:lpstr>Arial</vt:lpstr>
      <vt:lpstr>Vazir FD</vt:lpstr>
      <vt:lpstr>Office Theme</vt:lpstr>
      <vt:lpstr>jeebstore theme</vt:lpstr>
      <vt:lpstr>PowerPoint Presentation</vt:lpstr>
      <vt:lpstr>PowerPoint Presentation</vt:lpstr>
      <vt:lpstr>فهرست مطالب</vt:lpstr>
      <vt:lpstr>عنوان فصل اول</vt:lpstr>
      <vt:lpstr>جایی که جان‌ها نبودن را بر بودن ترجیح می‌دهند</vt:lpstr>
      <vt:lpstr>جایی که جان‌ها نبودن را بر بودن ترجیح می‌دهند</vt:lpstr>
      <vt:lpstr>PowerPoint Presentation</vt:lpstr>
      <vt:lpstr>طرح تکاملی</vt:lpstr>
      <vt:lpstr>طرح تکاملی</vt:lpstr>
      <vt:lpstr>عنوان فصل سوم</vt:lpstr>
      <vt:lpstr>PowerPoint Presentation</vt:lpstr>
      <vt:lpstr>PowerPoint Presentation</vt:lpstr>
      <vt:lpstr>طرح تکاملی</vt:lpstr>
      <vt:lpstr>طرح تکاملی</vt:lpstr>
      <vt:lpstr>طرح تکاملی</vt:lpstr>
      <vt:lpstr>طرح تکاملی</vt:lpstr>
      <vt:lpstr>طرح تکاملی</vt:lpstr>
      <vt:lpstr>طرح تکاملی</vt:lpstr>
      <vt:lpstr>طرح تکاملی</vt:lpstr>
      <vt:lpstr>طرح تکاملی</vt:lpstr>
      <vt:lpstr>طرح تکاملی</vt:lpstr>
      <vt:lpstr>عنوان فصل چهارم</vt:lpstr>
      <vt:lpstr>طرح تکاملی</vt:lpstr>
      <vt:lpstr>طرح تکاملی</vt:lpstr>
      <vt:lpstr>تیتر خود را وارد کنید</vt:lpstr>
      <vt:lpstr>PowerPoint Presentation</vt:lpstr>
      <vt:lpstr>تیتر خود را وارد کنید</vt:lpstr>
      <vt:lpstr>عنوان فصل دوم</vt:lpstr>
      <vt:lpstr>PowerPoint Presentation</vt:lpstr>
      <vt:lpstr>تیتر خود را وارد کنید</vt:lpstr>
      <vt:lpstr>عنوان فصل سوم</vt:lpstr>
      <vt:lpstr>تیتر خود را وارد کنید</vt:lpstr>
      <vt:lpstr>عنوان فصل چهارم</vt:lpstr>
      <vt:lpstr>تیتر خود را وارد کنید</vt:lpstr>
      <vt:lpstr>عنوان فصل پنجم</vt:lpstr>
      <vt:lpstr>تیتر خود را وارد کنید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</dc:creator>
  <cp:lastModifiedBy>Plus</cp:lastModifiedBy>
  <cp:revision>35</cp:revision>
  <dcterms:created xsi:type="dcterms:W3CDTF">2023-11-11T09:29:25Z</dcterms:created>
  <dcterms:modified xsi:type="dcterms:W3CDTF">2026-10-16T14:22:36Z</dcterms:modified>
</cp:coreProperties>
</file>