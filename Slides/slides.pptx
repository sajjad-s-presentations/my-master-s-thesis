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0" r:id="rId2"/>
  </p:sldMasterIdLst>
  <p:notesMasterIdLst>
    <p:notesMasterId r:id="rId61"/>
  </p:notesMasterIdLst>
  <p:sldIdLst>
    <p:sldId id="457" r:id="rId3"/>
    <p:sldId id="459" r:id="rId4"/>
    <p:sldId id="261" r:id="rId5"/>
    <p:sldId id="264" r:id="rId6"/>
    <p:sldId id="455" r:id="rId7"/>
    <p:sldId id="456" r:id="rId8"/>
    <p:sldId id="462" r:id="rId9"/>
    <p:sldId id="463" r:id="rId10"/>
    <p:sldId id="464" r:id="rId11"/>
    <p:sldId id="465" r:id="rId12"/>
    <p:sldId id="466" r:id="rId13"/>
    <p:sldId id="467" r:id="rId14"/>
    <p:sldId id="468" r:id="rId15"/>
    <p:sldId id="469" r:id="rId16"/>
    <p:sldId id="470" r:id="rId17"/>
    <p:sldId id="471" r:id="rId18"/>
    <p:sldId id="472" r:id="rId19"/>
    <p:sldId id="439" r:id="rId20"/>
    <p:sldId id="460" r:id="rId21"/>
    <p:sldId id="461" r:id="rId22"/>
    <p:sldId id="473" r:id="rId23"/>
    <p:sldId id="474" r:id="rId24"/>
    <p:sldId id="477" r:id="rId25"/>
    <p:sldId id="478" r:id="rId26"/>
    <p:sldId id="479" r:id="rId27"/>
    <p:sldId id="443" r:id="rId28"/>
    <p:sldId id="444" r:id="rId29"/>
    <p:sldId id="445" r:id="rId30"/>
    <p:sldId id="446" r:id="rId31"/>
    <p:sldId id="475" r:id="rId32"/>
    <p:sldId id="476" r:id="rId33"/>
    <p:sldId id="440" r:id="rId34"/>
    <p:sldId id="441" r:id="rId35"/>
    <p:sldId id="442" r:id="rId36"/>
    <p:sldId id="447" r:id="rId37"/>
    <p:sldId id="448" r:id="rId38"/>
    <p:sldId id="449" r:id="rId39"/>
    <p:sldId id="450" r:id="rId40"/>
    <p:sldId id="454" r:id="rId41"/>
    <p:sldId id="451" r:id="rId42"/>
    <p:sldId id="452" r:id="rId43"/>
    <p:sldId id="453" r:id="rId44"/>
    <p:sldId id="429" r:id="rId45"/>
    <p:sldId id="438" r:id="rId46"/>
    <p:sldId id="265" r:id="rId47"/>
    <p:sldId id="430" r:id="rId48"/>
    <p:sldId id="480" r:id="rId49"/>
    <p:sldId id="482" r:id="rId50"/>
    <p:sldId id="434" r:id="rId51"/>
    <p:sldId id="428" r:id="rId52"/>
    <p:sldId id="431" r:id="rId53"/>
    <p:sldId id="435" r:id="rId54"/>
    <p:sldId id="432" r:id="rId55"/>
    <p:sldId id="436" r:id="rId56"/>
    <p:sldId id="433" r:id="rId57"/>
    <p:sldId id="437" r:id="rId58"/>
    <p:sldId id="427" r:id="rId59"/>
    <p:sldId id="347" r:id="rId60"/>
  </p:sldIdLst>
  <p:sldSz cx="12192000" cy="6858000"/>
  <p:notesSz cx="6858000" cy="9144000"/>
  <p:embeddedFontLst>
    <p:embeddedFont>
      <p:font typeface="B Titr" panose="00000700000000000000" pitchFamily="2" charset="-78"/>
      <p:bold r:id="rId62"/>
    </p:embeddedFont>
    <p:embeddedFont>
      <p:font typeface="Estedad Black" panose="020B0604020202020204" charset="-78"/>
      <p:bold r:id="rId63"/>
    </p:embeddedFont>
    <p:embeddedFont>
      <p:font typeface="S Besmellah 1" panose="020B0604020202020204" charset="0"/>
      <p:regular r:id="rId64"/>
    </p:embeddedFont>
    <p:embeddedFont>
      <p:font typeface="Samim FD" panose="020B0603030804020204" charset="0"/>
      <p:regular r:id="rId65"/>
      <p:bold r:id="rId66"/>
    </p:embeddedFont>
    <p:embeddedFont>
      <p:font typeface="Segoe UI Semibold" panose="020B0702040204020203" pitchFamily="34" charset="0"/>
      <p:bold r:id="rId67"/>
      <p:boldItalic r:id="rId68"/>
    </p:embeddedFont>
    <p:embeddedFont>
      <p:font typeface="Shabnam" panose="020B0604020202020204" charset="-78"/>
      <p:regular r:id="rId69"/>
      <p:bold r:id="rId70"/>
    </p:embeddedFont>
    <p:embeddedFont>
      <p:font typeface="Vazir FD" pitchFamily="2" charset="-78"/>
      <p:regular r:id="rId71"/>
      <p:bold r:id="rId72"/>
    </p:embeddedFont>
    <p:embeddedFont>
      <p:font typeface="Vazir Light FD" pitchFamily="2" charset="-78"/>
      <p:regular r:id="rId73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lus" initials="P" lastIdx="1" clrIdx="0">
    <p:extLst>
      <p:ext uri="{19B8F6BF-5375-455C-9EA6-DF929625EA0E}">
        <p15:presenceInfo xmlns:p15="http://schemas.microsoft.com/office/powerpoint/2012/main" userId="Pl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0A500"/>
    <a:srgbClr val="FFD966"/>
    <a:srgbClr val="807AF2"/>
    <a:srgbClr val="388600"/>
    <a:srgbClr val="262344"/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9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font" Target="fonts/font5.fntdata"/><Relationship Id="rId74" Type="http://schemas.openxmlformats.org/officeDocument/2006/relationships/commentAuthors" Target="commentAuthors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77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1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6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font" Target="fonts/font4.fntdata"/><Relationship Id="rId73" Type="http://schemas.openxmlformats.org/officeDocument/2006/relationships/font" Target="fonts/font12.fntdata"/><Relationship Id="rId78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viewProps" Target="viewProps.xml"/><Relationship Id="rId7" Type="http://schemas.openxmlformats.org/officeDocument/2006/relationships/slide" Target="slides/slide5.xml"/><Relationship Id="rId71" Type="http://schemas.openxmlformats.org/officeDocument/2006/relationships/font" Target="fonts/font10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7820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C883DD3-C08B-4D98-ACCC-231C74BA36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97318" y="0"/>
            <a:ext cx="4586510" cy="6858000"/>
          </a:xfrm>
          <a:custGeom>
            <a:avLst/>
            <a:gdLst>
              <a:gd name="connsiteX0" fmla="*/ 0 w 4586510"/>
              <a:gd name="connsiteY0" fmla="*/ 0 h 6858000"/>
              <a:gd name="connsiteX1" fmla="*/ 4586510 w 4586510"/>
              <a:gd name="connsiteY1" fmla="*/ 0 h 6858000"/>
              <a:gd name="connsiteX2" fmla="*/ 4586510 w 4586510"/>
              <a:gd name="connsiteY2" fmla="*/ 6858000 h 6858000"/>
              <a:gd name="connsiteX3" fmla="*/ 0 w 45865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6510" h="6858000">
                <a:moveTo>
                  <a:pt x="0" y="0"/>
                </a:moveTo>
                <a:lnTo>
                  <a:pt x="4586510" y="0"/>
                </a:lnTo>
                <a:lnTo>
                  <a:pt x="458651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196105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s1">
            <a:extLst>
              <a:ext uri="{FF2B5EF4-FFF2-40B4-BE49-F238E27FC236}">
                <a16:creationId xmlns:a16="http://schemas.microsoft.com/office/drawing/2014/main" id="{3B76CE52-52C9-4CFF-B234-F2FC8ADC6A2F}"/>
              </a:ext>
            </a:extLst>
          </p:cNvPr>
          <p:cNvSpPr/>
          <p:nvPr userDrawn="1"/>
        </p:nvSpPr>
        <p:spPr>
          <a:xfrm flipH="1">
            <a:off x="492000" y="1178174"/>
            <a:ext cx="11184185" cy="5099534"/>
          </a:xfrm>
          <a:prstGeom prst="round1Rect">
            <a:avLst>
              <a:gd name="adj" fmla="val 3126"/>
            </a:avLst>
          </a:prstGeom>
          <a:solidFill>
            <a:srgbClr val="2D324F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D402CAEF-FDDA-4C1E-A4D9-30A248FA355F}"/>
              </a:ext>
            </a:extLst>
          </p:cNvPr>
          <p:cNvCxnSpPr>
            <a:cxnSpLocks/>
          </p:cNvCxnSpPr>
          <p:nvPr userDrawn="1"/>
        </p:nvCxnSpPr>
        <p:spPr>
          <a:xfrm>
            <a:off x="2982499" y="3727944"/>
            <a:ext cx="5941460" cy="0"/>
          </a:xfrm>
          <a:prstGeom prst="line">
            <a:avLst/>
          </a:prstGeom>
          <a:ln>
            <a:solidFill>
              <a:srgbClr val="F8B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01">
            <a:extLst>
              <a:ext uri="{FF2B5EF4-FFF2-40B4-BE49-F238E27FC236}">
                <a16:creationId xmlns:a16="http://schemas.microsoft.com/office/drawing/2014/main" id="{253CF301-7605-497E-B714-457084ECE266}"/>
              </a:ext>
            </a:extLst>
          </p:cNvPr>
          <p:cNvGrpSpPr/>
          <p:nvPr userDrawn="1"/>
        </p:nvGrpSpPr>
        <p:grpSpPr>
          <a:xfrm flipH="1">
            <a:off x="4206077" y="532345"/>
            <a:ext cx="3740955" cy="856920"/>
            <a:chOff x="3144711" y="1981768"/>
            <a:chExt cx="1189164" cy="340748"/>
          </a:xfrm>
        </p:grpSpPr>
        <p:sp>
          <p:nvSpPr>
            <p:cNvPr id="9" name="b1">
              <a:extLst>
                <a:ext uri="{FF2B5EF4-FFF2-40B4-BE49-F238E27FC236}">
                  <a16:creationId xmlns:a16="http://schemas.microsoft.com/office/drawing/2014/main" id="{C08A2687-0676-42A3-A2C2-6BC1F9237FE3}"/>
                </a:ext>
              </a:extLst>
            </p:cNvPr>
            <p:cNvSpPr/>
            <p:nvPr/>
          </p:nvSpPr>
          <p:spPr>
            <a:xfrm flipV="1">
              <a:off x="3198686" y="2129401"/>
              <a:ext cx="1135189" cy="193115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0" name="a1">
              <a:extLst>
                <a:ext uri="{FF2B5EF4-FFF2-40B4-BE49-F238E27FC236}">
                  <a16:creationId xmlns:a16="http://schemas.microsoft.com/office/drawing/2014/main" id="{CA970073-2E58-46DE-BE7C-6B75810131C2}"/>
                </a:ext>
              </a:extLst>
            </p:cNvPr>
            <p:cNvSpPr/>
            <p:nvPr/>
          </p:nvSpPr>
          <p:spPr>
            <a:xfrm>
              <a:off x="3144711" y="1981768"/>
              <a:ext cx="1135189" cy="295267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rgbClr val="F8B07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US" altLang="ko-KR" sz="3200" b="1" dirty="0">
                <a:solidFill>
                  <a:srgbClr val="2D324F"/>
                </a:solidFill>
                <a:latin typeface="Shabnam" panose="020B0603030804020204" pitchFamily="34" charset="-78"/>
                <a:cs typeface="Shabnam" panose="020B0603030804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64619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73EC0069-F6A9-4221-9D69-0ECA24CCEA46}"/>
              </a:ext>
            </a:extLst>
          </p:cNvPr>
          <p:cNvSpPr/>
          <p:nvPr userDrawn="1"/>
        </p:nvSpPr>
        <p:spPr>
          <a:xfrm flipH="1">
            <a:off x="1354014" y="1266091"/>
            <a:ext cx="10837983" cy="5591907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1">
            <a:extLst>
              <a:ext uri="{FF2B5EF4-FFF2-40B4-BE49-F238E27FC236}">
                <a16:creationId xmlns:a16="http://schemas.microsoft.com/office/drawing/2014/main" id="{D2E68052-E0F8-478D-9713-BBF9F246F8EA}"/>
              </a:ext>
            </a:extLst>
          </p:cNvPr>
          <p:cNvCxnSpPr>
            <a:cxnSpLocks/>
          </p:cNvCxnSpPr>
          <p:nvPr userDrawn="1"/>
        </p:nvCxnSpPr>
        <p:spPr>
          <a:xfrm>
            <a:off x="2198077" y="650637"/>
            <a:ext cx="999392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line2">
            <a:extLst>
              <a:ext uri="{FF2B5EF4-FFF2-40B4-BE49-F238E27FC236}">
                <a16:creationId xmlns:a16="http://schemas.microsoft.com/office/drawing/2014/main" id="{0A868491-916A-4816-92E0-84102E89A4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33046" y="1969477"/>
            <a:ext cx="0" cy="4888521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66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4931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8CEAC3E-47C4-452A-8FE0-E63EBACE98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881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6D58A9E-DE60-4E58-A2AA-44446362071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585" y="1975355"/>
            <a:ext cx="3247711" cy="2304488"/>
          </a:xfrm>
          <a:custGeom>
            <a:avLst/>
            <a:gdLst>
              <a:gd name="connsiteX0" fmla="*/ 0 w 3247711"/>
              <a:gd name="connsiteY0" fmla="*/ 0 h 2304488"/>
              <a:gd name="connsiteX1" fmla="*/ 3247711 w 3247711"/>
              <a:gd name="connsiteY1" fmla="*/ 0 h 2304488"/>
              <a:gd name="connsiteX2" fmla="*/ 3247711 w 3247711"/>
              <a:gd name="connsiteY2" fmla="*/ 2304488 h 2304488"/>
              <a:gd name="connsiteX3" fmla="*/ 0 w 3247711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7711" h="2304488">
                <a:moveTo>
                  <a:pt x="0" y="0"/>
                </a:moveTo>
                <a:lnTo>
                  <a:pt x="3247711" y="0"/>
                </a:lnTo>
                <a:lnTo>
                  <a:pt x="3247711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E113E2F-D1CD-43E4-A862-81072F4233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34809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88012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CF92FB8-2B69-4049-967A-788B3BBDF6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0230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C2487B2-50EE-4CE0-900C-D742E7536A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18621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492481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F4306F4-1404-465C-BEFA-F85B4C68887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7713" y="1356852"/>
            <a:ext cx="10719267" cy="4994037"/>
          </a:xfrm>
          <a:custGeom>
            <a:avLst/>
            <a:gdLst>
              <a:gd name="connsiteX0" fmla="*/ 0 w 10719267"/>
              <a:gd name="connsiteY0" fmla="*/ 0 h 4994037"/>
              <a:gd name="connsiteX1" fmla="*/ 10719267 w 10719267"/>
              <a:gd name="connsiteY1" fmla="*/ 0 h 4994037"/>
              <a:gd name="connsiteX2" fmla="*/ 10719267 w 10719267"/>
              <a:gd name="connsiteY2" fmla="*/ 4994037 h 4994037"/>
              <a:gd name="connsiteX3" fmla="*/ 0 w 10719267"/>
              <a:gd name="connsiteY3" fmla="*/ 4994037 h 4994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19267" h="4994037">
                <a:moveTo>
                  <a:pt x="0" y="0"/>
                </a:moveTo>
                <a:lnTo>
                  <a:pt x="10719267" y="0"/>
                </a:lnTo>
                <a:lnTo>
                  <a:pt x="10719267" y="4994037"/>
                </a:lnTo>
                <a:lnTo>
                  <a:pt x="0" y="4994037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635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858336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1FE2F5B-1074-4CF4-8627-2FD54588CE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3871" y="1913230"/>
            <a:ext cx="4633469" cy="3031541"/>
          </a:xfrm>
          <a:custGeom>
            <a:avLst/>
            <a:gdLst>
              <a:gd name="connsiteX0" fmla="*/ 306398 w 4633469"/>
              <a:gd name="connsiteY0" fmla="*/ 0 h 3031541"/>
              <a:gd name="connsiteX1" fmla="*/ 4327071 w 4633469"/>
              <a:gd name="connsiteY1" fmla="*/ 0 h 3031541"/>
              <a:gd name="connsiteX2" fmla="*/ 4633469 w 4633469"/>
              <a:gd name="connsiteY2" fmla="*/ 306398 h 3031541"/>
              <a:gd name="connsiteX3" fmla="*/ 4633469 w 4633469"/>
              <a:gd name="connsiteY3" fmla="*/ 2725143 h 3031541"/>
              <a:gd name="connsiteX4" fmla="*/ 4327071 w 4633469"/>
              <a:gd name="connsiteY4" fmla="*/ 3031541 h 3031541"/>
              <a:gd name="connsiteX5" fmla="*/ 306398 w 4633469"/>
              <a:gd name="connsiteY5" fmla="*/ 3031541 h 3031541"/>
              <a:gd name="connsiteX6" fmla="*/ 0 w 4633469"/>
              <a:gd name="connsiteY6" fmla="*/ 2725143 h 3031541"/>
              <a:gd name="connsiteX7" fmla="*/ 0 w 4633469"/>
              <a:gd name="connsiteY7" fmla="*/ 306398 h 3031541"/>
              <a:gd name="connsiteX8" fmla="*/ 306398 w 4633469"/>
              <a:gd name="connsiteY8" fmla="*/ 0 h 303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3469" h="3031541">
                <a:moveTo>
                  <a:pt x="306398" y="0"/>
                </a:moveTo>
                <a:lnTo>
                  <a:pt x="4327071" y="0"/>
                </a:lnTo>
                <a:cubicBezTo>
                  <a:pt x="4496290" y="0"/>
                  <a:pt x="4633469" y="137179"/>
                  <a:pt x="4633469" y="306398"/>
                </a:cubicBezTo>
                <a:lnTo>
                  <a:pt x="4633469" y="2725143"/>
                </a:lnTo>
                <a:cubicBezTo>
                  <a:pt x="4633469" y="2894362"/>
                  <a:pt x="4496290" y="3031541"/>
                  <a:pt x="4327071" y="3031541"/>
                </a:cubicBezTo>
                <a:lnTo>
                  <a:pt x="306398" y="3031541"/>
                </a:lnTo>
                <a:cubicBezTo>
                  <a:pt x="137179" y="3031541"/>
                  <a:pt x="0" y="2894362"/>
                  <a:pt x="0" y="2725143"/>
                </a:cubicBezTo>
                <a:lnTo>
                  <a:pt x="0" y="306398"/>
                </a:lnTo>
                <a:cubicBezTo>
                  <a:pt x="0" y="137179"/>
                  <a:pt x="137179" y="0"/>
                  <a:pt x="306398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CF3BE3C-8EDF-4EC2-B2A2-416C6486D8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14457" y="1913230"/>
            <a:ext cx="4659332" cy="3031540"/>
          </a:xfrm>
          <a:custGeom>
            <a:avLst/>
            <a:gdLst>
              <a:gd name="connsiteX0" fmla="*/ 332014 w 4659332"/>
              <a:gd name="connsiteY0" fmla="*/ 0 h 3031540"/>
              <a:gd name="connsiteX1" fmla="*/ 4327318 w 4659332"/>
              <a:gd name="connsiteY1" fmla="*/ 0 h 3031540"/>
              <a:gd name="connsiteX2" fmla="*/ 4659332 w 4659332"/>
              <a:gd name="connsiteY2" fmla="*/ 332014 h 3031540"/>
              <a:gd name="connsiteX3" fmla="*/ 4659332 w 4659332"/>
              <a:gd name="connsiteY3" fmla="*/ 2699526 h 3031540"/>
              <a:gd name="connsiteX4" fmla="*/ 4327318 w 4659332"/>
              <a:gd name="connsiteY4" fmla="*/ 3031540 h 3031540"/>
              <a:gd name="connsiteX5" fmla="*/ 332014 w 4659332"/>
              <a:gd name="connsiteY5" fmla="*/ 3031540 h 3031540"/>
              <a:gd name="connsiteX6" fmla="*/ 0 w 4659332"/>
              <a:gd name="connsiteY6" fmla="*/ 2699526 h 3031540"/>
              <a:gd name="connsiteX7" fmla="*/ 0 w 4659332"/>
              <a:gd name="connsiteY7" fmla="*/ 332014 h 3031540"/>
              <a:gd name="connsiteX8" fmla="*/ 332014 w 4659332"/>
              <a:gd name="connsiteY8" fmla="*/ 0 h 3031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59332" h="3031540">
                <a:moveTo>
                  <a:pt x="332014" y="0"/>
                </a:moveTo>
                <a:lnTo>
                  <a:pt x="4327318" y="0"/>
                </a:lnTo>
                <a:cubicBezTo>
                  <a:pt x="4510684" y="0"/>
                  <a:pt x="4659332" y="148648"/>
                  <a:pt x="4659332" y="332014"/>
                </a:cubicBezTo>
                <a:lnTo>
                  <a:pt x="4659332" y="2699526"/>
                </a:lnTo>
                <a:cubicBezTo>
                  <a:pt x="4659332" y="2882892"/>
                  <a:pt x="4510684" y="3031540"/>
                  <a:pt x="4327318" y="3031540"/>
                </a:cubicBezTo>
                <a:lnTo>
                  <a:pt x="332014" y="3031540"/>
                </a:lnTo>
                <a:cubicBezTo>
                  <a:pt x="148648" y="3031540"/>
                  <a:pt x="0" y="2882892"/>
                  <a:pt x="0" y="2699526"/>
                </a:cubicBezTo>
                <a:lnTo>
                  <a:pt x="0" y="332014"/>
                </a:lnTo>
                <a:cubicBezTo>
                  <a:pt x="0" y="148648"/>
                  <a:pt x="148648" y="0"/>
                  <a:pt x="332014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560216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23DC4AF-6F77-41CF-9C0B-4C6BC1E9C52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3785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1CE1C15-87BF-40C3-936C-F0C2D6A3F4D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577648" y="1913230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773DA3A-2B64-47AF-8E85-31B4D79F57F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51510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EBEAE96-EE4D-42D4-B2DC-A568ACB3E2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25371" y="1913231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</p:spTree>
    <p:extLst>
      <p:ext uri="{BB962C8B-B14F-4D97-AF65-F5344CB8AC3E}">
        <p14:creationId xmlns:p14="http://schemas.microsoft.com/office/powerpoint/2010/main" val="23701778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9296133F-71AB-407B-AB0F-2A73FAEDA3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465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9CAC5BC1-0579-4FF8-8EE0-5843560A8F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8411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2333AEC7-D52B-41BF-B9DB-E6F962BF59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74653" y="4022774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9171A25B-5587-4484-906D-F8D7B7C86B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84114" y="4022773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1600047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386A7-08BE-497E-AEB6-7E82207CE1E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6487" y="1825863"/>
            <a:ext cx="3779026" cy="3779026"/>
          </a:xfrm>
          <a:custGeom>
            <a:avLst/>
            <a:gdLst>
              <a:gd name="connsiteX0" fmla="*/ 197076 w 3779026"/>
              <a:gd name="connsiteY0" fmla="*/ 0 h 3779026"/>
              <a:gd name="connsiteX1" fmla="*/ 3581950 w 3779026"/>
              <a:gd name="connsiteY1" fmla="*/ 0 h 3779026"/>
              <a:gd name="connsiteX2" fmla="*/ 3779026 w 3779026"/>
              <a:gd name="connsiteY2" fmla="*/ 197076 h 3779026"/>
              <a:gd name="connsiteX3" fmla="*/ 3779026 w 3779026"/>
              <a:gd name="connsiteY3" fmla="*/ 3581950 h 3779026"/>
              <a:gd name="connsiteX4" fmla="*/ 3581950 w 3779026"/>
              <a:gd name="connsiteY4" fmla="*/ 3779026 h 3779026"/>
              <a:gd name="connsiteX5" fmla="*/ 197076 w 3779026"/>
              <a:gd name="connsiteY5" fmla="*/ 3779026 h 3779026"/>
              <a:gd name="connsiteX6" fmla="*/ 0 w 3779026"/>
              <a:gd name="connsiteY6" fmla="*/ 3581950 h 3779026"/>
              <a:gd name="connsiteX7" fmla="*/ 0 w 3779026"/>
              <a:gd name="connsiteY7" fmla="*/ 197076 h 3779026"/>
              <a:gd name="connsiteX8" fmla="*/ 197076 w 3779026"/>
              <a:gd name="connsiteY8" fmla="*/ 0 h 3779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79026" h="3779026">
                <a:moveTo>
                  <a:pt x="197076" y="0"/>
                </a:moveTo>
                <a:lnTo>
                  <a:pt x="3581950" y="0"/>
                </a:lnTo>
                <a:cubicBezTo>
                  <a:pt x="3690792" y="0"/>
                  <a:pt x="3779026" y="88234"/>
                  <a:pt x="3779026" y="197076"/>
                </a:cubicBezTo>
                <a:lnTo>
                  <a:pt x="3779026" y="3581950"/>
                </a:lnTo>
                <a:cubicBezTo>
                  <a:pt x="3779026" y="3690792"/>
                  <a:pt x="3690792" y="3779026"/>
                  <a:pt x="3581950" y="3779026"/>
                </a:cubicBezTo>
                <a:lnTo>
                  <a:pt x="197076" y="3779026"/>
                </a:lnTo>
                <a:cubicBezTo>
                  <a:pt x="88234" y="3779026"/>
                  <a:pt x="0" y="3690792"/>
                  <a:pt x="0" y="3581950"/>
                </a:cubicBezTo>
                <a:lnTo>
                  <a:pt x="0" y="197076"/>
                </a:lnTo>
                <a:cubicBezTo>
                  <a:pt x="0" y="88234"/>
                  <a:pt x="88234" y="0"/>
                  <a:pt x="197076" y="0"/>
                </a:cubicBezTo>
                <a:close/>
              </a:path>
            </a:pathLst>
          </a:custGeom>
          <a:solidFill>
            <a:schemeClr val="tx1"/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644249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BCDBFE2-4166-4A65-B72F-1E8FE25ACB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16827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0EFE7B-2921-4885-A225-A63594A1DA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42191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76FF9C1-8D80-4469-AF3E-9BB57D2CC7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16828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86842C3-48C0-4BEE-BC75-29419546D54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42191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74022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5FF4CF-C1FF-420D-8164-8CFE1E746D5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66845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158B27F-5AC5-468A-A665-64F231A01AF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9406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 anchor="t">
            <a:noAutofit/>
          </a:bodyPr>
          <a:lstStyle>
            <a:lvl1pPr marL="0" indent="0" algn="ctr" rtl="1">
              <a:lnSpc>
                <a:spcPct val="150000"/>
              </a:lnSpc>
              <a:buFont typeface="Arial" panose="020B0604020202020204" pitchFamily="34" charset="0"/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2B6BB13-1192-40E5-8DB6-A264C2DE7D9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910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ED1FCFC-1DB4-45C3-9AED-FE85C8B93D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66845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084C1AF-497A-4862-BBAC-398A5594DA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406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B00562C-5521-48F1-A3ED-7A775E280D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48910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2788963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08C3338-A480-46CF-8496-274824B192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029170" y="2316946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6218C2E-8F37-4FEE-93C2-F89A9F132BC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8804" y="2293990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 dirty="0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marL="0" lvl="0" indent="0" algn="ctr" rtl="1">
              <a:lnSpc>
                <a:spcPct val="150000"/>
              </a:lnSpc>
              <a:buNone/>
            </a:pPr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888224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jeebsotre 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3348C-0A30-45B6-AFAF-BA2C3259B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8188E-B4C3-4596-B40F-F5644CF03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17A15-7CE6-4A4F-968A-3818B75B1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2A86F-43FC-4204-BFB9-77A5C5A5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2544A-950D-40F3-848C-5F4081DA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76602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jeebsotre 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0E1A7A-5BD0-408F-99D0-29CCBB3C5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8F2F1-8A81-4D68-AFBC-70106958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F10F3-B69B-4B4B-83D0-33C3B8083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0050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E0E1-5F3B-44AA-B7D1-E635A4955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E2D22-AB02-47B8-9B7A-1E0CCC035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0F7B6-6907-4B68-A6C9-20BBD8D9BB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B42B-A35C-4F79-8864-6BB410409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37AC0-2F87-47FA-9823-C20F0B410A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fld id="{A538FF37-42ED-48AA-929B-5B2032FAB46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98060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Relationship Id="rId5" Type="http://schemas.openxmlformats.org/officeDocument/2006/relationships/slide" Target="slide56.xml"/><Relationship Id="rId4" Type="http://schemas.openxmlformats.org/officeDocument/2006/relationships/slide" Target="slide5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54.xml"/><Relationship Id="rId4" Type="http://schemas.openxmlformats.org/officeDocument/2006/relationships/slide" Target="slide5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fif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54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58.xml"/><Relationship Id="rId4" Type="http://schemas.openxmlformats.org/officeDocument/2006/relationships/slide" Target="slide5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5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54.xml"/><Relationship Id="rId4" Type="http://schemas.openxmlformats.org/officeDocument/2006/relationships/slide" Target="slide5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5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5" Type="http://schemas.openxmlformats.org/officeDocument/2006/relationships/slide" Target="slide55.xml"/><Relationship Id="rId4" Type="http://schemas.openxmlformats.org/officeDocument/2006/relationships/slide" Target="slide5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56.xml"/><Relationship Id="rId4" Type="http://schemas.openxmlformats.org/officeDocument/2006/relationships/slide" Target="slide5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56.xml"/><Relationship Id="rId4" Type="http://schemas.openxmlformats.org/officeDocument/2006/relationships/slide" Target="slide5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54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58.xml"/><Relationship Id="rId4" Type="http://schemas.openxmlformats.org/officeDocument/2006/relationships/slide" Target="slide5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8.xml"/><Relationship Id="rId5" Type="http://schemas.openxmlformats.org/officeDocument/2006/relationships/slide" Target="slide56.xml"/><Relationship Id="rId4" Type="http://schemas.openxmlformats.org/officeDocument/2006/relationships/slide" Target="slide5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7" Type="http://schemas.openxmlformats.org/officeDocument/2006/relationships/slide" Target="slide53.xml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56.xml"/><Relationship Id="rId4" Type="http://schemas.openxmlformats.org/officeDocument/2006/relationships/slide" Target="slide5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5" Type="http://schemas.openxmlformats.org/officeDocument/2006/relationships/slide" Target="slide55.xml"/><Relationship Id="rId4" Type="http://schemas.openxmlformats.org/officeDocument/2006/relationships/slide" Target="slide5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5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slide" Target="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5" Type="http://schemas.openxmlformats.org/officeDocument/2006/relationships/slide" Target="slide55.xml"/><Relationship Id="rId4" Type="http://schemas.openxmlformats.org/officeDocument/2006/relationships/slide" Target="slide5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5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slide" Target="slide56.xml"/><Relationship Id="rId4" Type="http://schemas.openxmlformats.org/officeDocument/2006/relationships/slide" Target="slide5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svg"/><Relationship Id="rId4" Type="http://schemas.openxmlformats.org/officeDocument/2006/relationships/slide" Target="slide5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hyperlink" Target="https://iranppt.com/code-74/" TargetMode="External"/><Relationship Id="rId13" Type="http://schemas.openxmlformats.org/officeDocument/2006/relationships/image" Target="../media/image12.jpg"/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12" Type="http://schemas.openxmlformats.org/officeDocument/2006/relationships/hyperlink" Target="https://iranppt.com/multipurpose-71/" TargetMode="External"/><Relationship Id="rId2" Type="http://schemas.openxmlformats.org/officeDocument/2006/relationships/hyperlink" Target="https://iranppt.com/ppt-code64/" TargetMode="External"/><Relationship Id="rId1" Type="http://schemas.openxmlformats.org/officeDocument/2006/relationships/slideLayout" Target="../slideLayouts/slideLayout27.xml"/><Relationship Id="rId6" Type="http://schemas.openxmlformats.org/officeDocument/2006/relationships/hyperlink" Target="https://iranppt.com/ppt-code55/" TargetMode="External"/><Relationship Id="rId11" Type="http://schemas.openxmlformats.org/officeDocument/2006/relationships/image" Target="../media/image11.png"/><Relationship Id="rId5" Type="http://schemas.openxmlformats.org/officeDocument/2006/relationships/image" Target="../media/image8.png"/><Relationship Id="rId10" Type="http://schemas.openxmlformats.org/officeDocument/2006/relationships/hyperlink" Target="https://iranppt.com/payanname-code36/" TargetMode="External"/><Relationship Id="rId4" Type="http://schemas.openxmlformats.org/officeDocument/2006/relationships/hyperlink" Target="https://iranppt.com/ppt-code67/" TargetMode="External"/><Relationship Id="rId9" Type="http://schemas.openxmlformats.org/officeDocument/2006/relationships/image" Target="../media/image1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academy.jeebstore.com/course/powerpoint-p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شهریور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522237" y="350667"/>
            <a:ext cx="1126798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A4A35BD3-C814-4836-9BC2-6C5AC22044CC}"/>
              </a:ext>
            </a:extLst>
          </p:cNvPr>
          <p:cNvSpPr/>
          <p:nvPr/>
        </p:nvSpPr>
        <p:spPr>
          <a:xfrm flipH="1">
            <a:off x="1123257" y="200506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2" name="Freeform: Shape 31">
            <a:hlinkClick r:id="rId3" action="ppaction://hlinksldjump"/>
            <a:extLst>
              <a:ext uri="{FF2B5EF4-FFF2-40B4-BE49-F238E27FC236}">
                <a16:creationId xmlns:a16="http://schemas.microsoft.com/office/drawing/2014/main" id="{5AF83FB5-3219-4050-9D7C-B07AFDF004F3}"/>
              </a:ext>
            </a:extLst>
          </p:cNvPr>
          <p:cNvSpPr/>
          <p:nvPr/>
        </p:nvSpPr>
        <p:spPr>
          <a:xfrm flipH="1">
            <a:off x="5541546" y="2006396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3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91888B9-CE8D-49D9-AA1A-4214E9BB0E18}"/>
              </a:ext>
            </a:extLst>
          </p:cNvPr>
          <p:cNvSpPr/>
          <p:nvPr/>
        </p:nvSpPr>
        <p:spPr>
          <a:xfrm flipH="1">
            <a:off x="1123257" y="3239705"/>
            <a:ext cx="4307611" cy="765433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4" name="Freeform: Shape 33">
            <a:hlinkClick r:id="rId4" action="ppaction://hlinksldjump"/>
            <a:extLst>
              <a:ext uri="{FF2B5EF4-FFF2-40B4-BE49-F238E27FC236}">
                <a16:creationId xmlns:a16="http://schemas.microsoft.com/office/drawing/2014/main" id="{AB5BD92E-11A9-41CA-AAE1-E10F8A3E37A2}"/>
              </a:ext>
            </a:extLst>
          </p:cNvPr>
          <p:cNvSpPr/>
          <p:nvPr/>
        </p:nvSpPr>
        <p:spPr>
          <a:xfrm flipH="1">
            <a:off x="5541546" y="3192408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5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CA4836DB-9DF6-4D77-B086-4A80B6226A02}"/>
              </a:ext>
            </a:extLst>
          </p:cNvPr>
          <p:cNvSpPr/>
          <p:nvPr/>
        </p:nvSpPr>
        <p:spPr>
          <a:xfrm flipH="1">
            <a:off x="1123257" y="4460228"/>
            <a:ext cx="4307610" cy="765432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4A924CC-1044-43F7-BB1E-1403862CC30B}"/>
              </a:ext>
            </a:extLst>
          </p:cNvPr>
          <p:cNvSpPr/>
          <p:nvPr/>
        </p:nvSpPr>
        <p:spPr>
          <a:xfrm>
            <a:off x="1012578" y="2083117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AF0955-99EE-4D50-BFB6-9C994CCBF8C8}"/>
              </a:ext>
            </a:extLst>
          </p:cNvPr>
          <p:cNvSpPr/>
          <p:nvPr/>
        </p:nvSpPr>
        <p:spPr>
          <a:xfrm>
            <a:off x="5430867" y="208445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72C62C-F2E5-485E-88C9-6166F6870353}"/>
              </a:ext>
            </a:extLst>
          </p:cNvPr>
          <p:cNvSpPr/>
          <p:nvPr/>
        </p:nvSpPr>
        <p:spPr>
          <a:xfrm>
            <a:off x="1012579" y="331776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DDAACA3-B62B-4A1E-B521-F87F3EF3B2DB}"/>
              </a:ext>
            </a:extLst>
          </p:cNvPr>
          <p:cNvSpPr/>
          <p:nvPr/>
        </p:nvSpPr>
        <p:spPr>
          <a:xfrm>
            <a:off x="5430867" y="3270464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2090FA-A7AB-4AAC-9FB4-145500439F82}"/>
              </a:ext>
            </a:extLst>
          </p:cNvPr>
          <p:cNvSpPr/>
          <p:nvPr/>
        </p:nvSpPr>
        <p:spPr>
          <a:xfrm>
            <a:off x="1012578" y="4538282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5147" y="1049197"/>
            <a:ext cx="5419124" cy="774676"/>
          </a:xfrm>
        </p:spPr>
        <p:txBody>
          <a:bodyPr>
            <a:noAutofit/>
          </a:bodyPr>
          <a:lstStyle/>
          <a:p>
            <a:r>
              <a:rPr lang="fa-IR" sz="48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فهرست مطالب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C71D6A-87C9-A012-0F4B-100C2B5E62C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1235073-7D02-9CBF-2ADF-934F1475083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31932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طرح موضوع و بررسی پیشینه پژوهش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83273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80437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028-D223-FCB3-622B-4DEEF830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C6C89D-E8FF-A490-779C-E2F1D2C3CBF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FD3FAA-BD9A-06B1-A26E-2F1C30E8B10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6A2A72C-DC4A-B9F6-1B67-4BDB759FD42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CD9CDB-44D3-3E30-4A42-2AE43D056AD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8E2DF-F3D8-D529-CDD3-1BEF4E31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F1CE-6E27-5806-576F-7FE7F744065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02B1B5F-7F5F-1E0F-8AA4-7BB69932402D}"/>
              </a:ext>
            </a:extLst>
          </p:cNvPr>
          <p:cNvSpPr/>
          <p:nvPr/>
        </p:nvSpPr>
        <p:spPr>
          <a:xfrm>
            <a:off x="915656" y="4452750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1E5BE29-C51C-420C-EF64-DAC317485AF4}"/>
              </a:ext>
            </a:extLst>
          </p:cNvPr>
          <p:cNvSpPr txBox="1">
            <a:spLocks/>
          </p:cNvSpPr>
          <p:nvPr/>
        </p:nvSpPr>
        <p:spPr>
          <a:xfrm>
            <a:off x="4921411" y="1052945"/>
            <a:ext cx="3694958" cy="157629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نخستین نمومه‌های پردازش طبیعی زبان با هدف ترجمه و خلاصه‌‌سازی ماشینی.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6F791B-6A57-0B27-1255-3652D7CAF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133" y="1209696"/>
            <a:ext cx="1926457" cy="192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6F7D-B54E-6DD4-DA55-9EF16132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28BDE58-3D2A-DCFC-82BE-61A2D22518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CAC1495-31E0-7991-5811-EF38E7BE9D9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BA8EE3E-B482-BD92-196B-5A31E56B36A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241D3A64-683F-76C1-FF44-9B9ADA135E3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CF676-BDD1-FA84-4503-641B7516FD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2E7E32-9EF2-3B26-01B5-FE2897C46C1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F9663E5-DCDB-9E8D-2BE0-5791CC3E7E03}"/>
              </a:ext>
            </a:extLst>
          </p:cNvPr>
          <p:cNvSpPr/>
          <p:nvPr/>
        </p:nvSpPr>
        <p:spPr>
          <a:xfrm>
            <a:off x="1447798" y="4396198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92165EE5-AC47-9FE0-E708-DE280EECBBB4}"/>
              </a:ext>
            </a:extLst>
          </p:cNvPr>
          <p:cNvSpPr txBox="1">
            <a:spLocks/>
          </p:cNvSpPr>
          <p:nvPr/>
        </p:nvSpPr>
        <p:spPr>
          <a:xfrm>
            <a:off x="719617" y="529597"/>
            <a:ext cx="7466442" cy="14962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rtl="1">
              <a:lnSpc>
                <a:spcPct val="170000"/>
              </a:lnSpc>
            </a:pPr>
            <a:r>
              <a:rPr lang="en-US" sz="2000" b="1" dirty="0">
                <a:latin typeface="Vazir FD" pitchFamily="2" charset="-78"/>
                <a:cs typeface="Vazir FD" pitchFamily="2" charset="-78"/>
              </a:rPr>
              <a:t>The General Inquirer: A Computer Approach to Content Analysis</a:t>
            </a:r>
            <a:br>
              <a:rPr lang="fa-IR" sz="2000" b="1" dirty="0">
                <a:latin typeface="Vazir FD" pitchFamily="2" charset="-78"/>
                <a:cs typeface="Vazir FD" pitchFamily="2" charset="-78"/>
              </a:rPr>
            </a:b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CE0B9F7-D670-D2BC-11EA-A3DF4EBD8585}"/>
              </a:ext>
            </a:extLst>
          </p:cNvPr>
          <p:cNvSpPr txBox="1">
            <a:spLocks/>
          </p:cNvSpPr>
          <p:nvPr/>
        </p:nvSpPr>
        <p:spPr>
          <a:xfrm>
            <a:off x="4049779" y="1143002"/>
            <a:ext cx="3989531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از نخستین نمونه‌های مستند استفاده از تحلیل رایانه‌ای واژگان برای تمایز میان یادداشت‌های واقعی و ساختگی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F42138-7EAC-056A-F5E8-61176F46D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990" y="1288472"/>
            <a:ext cx="1888734" cy="283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4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3AF1-A602-3322-FFB3-B03D5DC9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77E9EE-07A6-8FA4-F621-45A8E8AC695F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E4B578A-A50E-CEF1-AD13-9C2273F49DD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8640E38-2B1F-6A42-917A-09735C64B21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C0FF3A-D0F8-E43A-2438-3D575042AA6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9C6BF-6338-28F2-C061-D1DC0952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136769-32F2-B6B1-85F2-C64E19AFFE0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B64D46E-DB7E-6E06-C45D-763D3D0F46E5}"/>
              </a:ext>
            </a:extLst>
          </p:cNvPr>
          <p:cNvSpPr/>
          <p:nvPr/>
        </p:nvSpPr>
        <p:spPr>
          <a:xfrm>
            <a:off x="4530437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262E84C-29F9-FAFE-72A3-5695CB5E85E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پژوهشگران با نرم‌افزار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LIWC 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حدود ۳۰۰ شعر از ۹ شاعر که بر اثر خودکشی فوت کرده بودند و ۹ شاعر گروه مقایسه را تحلیل کردند. نتایج نشان داد استفاده بیشتر از واژگان خودارجاع و استفاده کمتر از واژگان جمعی با گروه نخست همراه بود. این مطالعه یکی از پل‌های مهم میان روان‌شناسی زبان و تحلیل متن رایانه‌ای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28F2A24-3624-3A52-A103-60308A98AA44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</p:spTree>
    <p:extLst>
      <p:ext uri="{BB962C8B-B14F-4D97-AF65-F5344CB8AC3E}">
        <p14:creationId xmlns:p14="http://schemas.microsoft.com/office/powerpoint/2010/main" val="252410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645B-F965-BCA1-60B3-E7E4B086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D489E4-3C7B-9C5E-194E-306188DFDC4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482392F-50C6-8022-F823-603244A456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6265B88-D902-EBCB-15DA-B9ACDA3AF46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60979BD-5B7D-68A8-5405-01D18D2CAE3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3A9C94-5573-55B7-8BFD-A7C056B3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C1F826-3A8E-E044-6174-AB389EEB873F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672379-2DBE-A634-486C-4045CBAE1733}"/>
              </a:ext>
            </a:extLst>
          </p:cNvPr>
          <p:cNvSpPr/>
          <p:nvPr/>
        </p:nvSpPr>
        <p:spPr>
          <a:xfrm>
            <a:off x="5596443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930F3DB-46EF-B606-174B-86CAB82DDFE6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دقت مدل کامپیوتری در پیش‌‌بینی خودکشی به حدود 78% رسید و برای نخستین بار از دقت متخصص انسانی(حدود 71% به صورت میانگین) پیشی گرفت.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32A76F1-B003-2EAA-A8A0-9C331AFF48C6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F3BC160-6952-A7A6-5EC7-6B5D89E4199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</p:spTree>
    <p:extLst>
      <p:ext uri="{BB962C8B-B14F-4D97-AF65-F5344CB8AC3E}">
        <p14:creationId xmlns:p14="http://schemas.microsoft.com/office/powerpoint/2010/main" val="224249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7A7-39C1-E175-D409-AB57165E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7BE9B50-26BE-0096-6DE1-FAC4B9D0800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EFFFA3A0-98BD-71FB-18C3-70A18CBA78A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5719364-F859-23AA-CA61-83AC521EE14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E896445-7C42-5987-3471-B2BE530E85B8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F5E4B-70A0-8AA2-5884-251C82114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1C1A13-87DB-B624-D430-4106448AB98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7926A4-9241-E763-DEFE-2E33121D5DD6}"/>
              </a:ext>
            </a:extLst>
          </p:cNvPr>
          <p:cNvSpPr/>
          <p:nvPr/>
        </p:nvSpPr>
        <p:spPr>
          <a:xfrm>
            <a:off x="6329886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D99D43-442D-E3CF-B27D-AEB0622CB29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افزایش چشمگیر مجموعه داده با جمع‌آوری مجموعه‌ای از یادداشت‌های 1319 شرکت‌کننده. با حضور ۲۴ تیم پژوهشی و 102 پژوهش‌‌گر.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D147D5-B661-58A2-424C-49339CA9CA9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89FFEDF-805F-DEE4-35AA-B4AAC3BF4945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D7D35C9-F222-16F2-8310-4CAB60F6746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2300711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D0126-9497-F757-4AAE-E1A9DCCA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0AADCA-B4A7-6606-6E2E-2179823985B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50215B7-785B-AF50-2CEA-D19CEDD982E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0BB40E-09B3-B7F4-4770-AEAE4F4ADF7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D06C446-474A-BD05-50FB-1CE16403499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CBFBFA-535C-1678-A5FF-A6054F35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DB1B68-2228-C251-E1A7-488B4E7590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18B80E38-7B18-43AD-24D4-4CBE4C1BC130}"/>
              </a:ext>
            </a:extLst>
          </p:cNvPr>
          <p:cNvSpPr/>
          <p:nvPr/>
        </p:nvSpPr>
        <p:spPr>
          <a:xfrm>
            <a:off x="694222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35D37E1-EF49-A79F-58BA-3B04E65DFF43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شروع نخستین بررسی‌ها روی شبکه‌های اجتماعی. افزایش بسیار چشمگیر در تعداد مقالات چاپ شده طی بازه 2014 تا 2016.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B78F117-01DF-A778-C43D-3BEAA1519A8A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32FA0E3-37BF-48C6-FA59-D5048EECBF5F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B506F65-402B-1B81-824F-6D53FBC6A116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B4F3B74-E1DC-65CE-C177-BE76A290039F}"/>
              </a:ext>
            </a:extLst>
          </p:cNvPr>
          <p:cNvSpPr txBox="1">
            <a:spLocks/>
          </p:cNvSpPr>
          <p:nvPr/>
        </p:nvSpPr>
        <p:spPr>
          <a:xfrm>
            <a:off x="6691745" y="5580401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94888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A47F-52DE-6AE6-990F-A4D60D23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4EF559-ABC5-426F-5E7F-129179C54DF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24DC6C1-059F-50DA-900C-F0646805556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8D748D6-D215-FD8B-BCBF-DC2C1A779BA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C7A8005-44E3-AD88-58DF-5274A03600DF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272ED-AC50-BD9D-D1B4-CDEB5E2D2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DF211-A22C-CF6E-CEF9-A676314AA86C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DB194-1535-E9FB-B889-12108CC2830A}"/>
              </a:ext>
            </a:extLst>
          </p:cNvPr>
          <p:cNvSpPr/>
          <p:nvPr/>
        </p:nvSpPr>
        <p:spPr>
          <a:xfrm>
            <a:off x="7571453" y="4396197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4089951-4FE0-6ABA-602B-0FC5321A485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پس از معرفی یادگیری مشارکتی توسط تیم گوگل در سال 2016 این حوزه کمک شایانی به پیشرفت حوزه تشخیص خودکشی از روی متن داشت.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493F12-2F77-5ECF-1432-F906D737B8C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2ED566-5EE1-4857-FDEE-0CB12297BC1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AE3B850-4CC0-8A3B-7D32-9E22F6E5B250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1E3F58E-479C-6626-08E4-62A16768A98E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D72318A-A766-1348-A055-D166F6E39453}"/>
              </a:ext>
            </a:extLst>
          </p:cNvPr>
          <p:cNvSpPr txBox="1">
            <a:spLocks/>
          </p:cNvSpPr>
          <p:nvPr/>
        </p:nvSpPr>
        <p:spPr>
          <a:xfrm>
            <a:off x="7267501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517552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0959-B919-5075-480B-F3008E38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5C6C38C-E944-3D40-582B-856D143C6093}"/>
              </a:ext>
            </a:extLst>
          </p:cNvPr>
          <p:cNvSpPr/>
          <p:nvPr/>
        </p:nvSpPr>
        <p:spPr>
          <a:xfrm>
            <a:off x="541805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D951B4D-8D8D-8145-8222-7B1F410AF73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95364CB-0AB2-289B-4BBE-619B24CE6E4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5E3BD8B-D798-B4D6-0AB9-2C51A019C3E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CA4E7D-1557-6880-5BEE-9BD7BE32C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64A9-5587-E3BA-A7BD-8B679DFA9F93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84C5BF0-50F5-5801-5D35-5DACDE2B6D02}"/>
              </a:ext>
            </a:extLst>
          </p:cNvPr>
          <p:cNvSpPr/>
          <p:nvPr/>
        </p:nvSpPr>
        <p:spPr>
          <a:xfrm>
            <a:off x="7875095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AAE773D-78F9-A4B2-B9EC-0E27D15C762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ایجاد نمونه‌های عملیاتی در بیمارستان‌ها و کیلینیک‌های مخصوص سلامت روان.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61B431-F1D8-DBCA-C6BC-1D5B3ED78CF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82C7416-F809-6ED7-E05B-48C44555CDD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1D899A-2553-0003-E18F-802FB6B4E3D7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516942A-6794-688D-0094-4EFC0754C3E1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721C72-710C-EE2B-1780-BC9C26D80876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39437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A50-213D-739F-9973-C9EEF6E6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5198A36-94C6-5216-8093-2F7E0217483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7F8B6A1-2BBE-66C2-940C-11C1276F1F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B4CEFEC-56A7-ECD1-DA0F-3B94FBD5BAF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A0B442A-4B73-0D73-894E-094BFB8F8F7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9B0BF-3713-060E-0DEC-69217EA9F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64A304-F1FF-3BCE-76B7-68A83E06110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E540AD-0243-379E-2297-FD0CD01D0320}"/>
              </a:ext>
            </a:extLst>
          </p:cNvPr>
          <p:cNvSpPr/>
          <p:nvPr/>
        </p:nvSpPr>
        <p:spPr>
          <a:xfrm>
            <a:off x="81660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FC957F2-A941-454A-3615-0513F719969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استفاده از یادگیری مشارکتی در حداقل‌سازی حجم دیتابیس با حفظ عملکرد مدل‌ها.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4F7B75-157C-AC3B-7489-856C719017F1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202BDB-34BD-8CFB-33A7-52D64471785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9BF13D-A1CE-1EE5-92A2-3D8803019A8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61011FE-5DF6-FD17-60FC-925A42ADC6E5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9849130-AB0F-F527-130B-4E23B4AA1A18}"/>
              </a:ext>
            </a:extLst>
          </p:cNvPr>
          <p:cNvSpPr txBox="1">
            <a:spLocks/>
          </p:cNvSpPr>
          <p:nvPr/>
        </p:nvSpPr>
        <p:spPr>
          <a:xfrm>
            <a:off x="7862086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2021</a:t>
            </a:r>
          </a:p>
        </p:txBody>
      </p:sp>
    </p:spTree>
    <p:extLst>
      <p:ext uri="{BB962C8B-B14F-4D97-AF65-F5344CB8AC3E}">
        <p14:creationId xmlns:p14="http://schemas.microsoft.com/office/powerpoint/2010/main" val="261645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7015-AC79-4A35-648A-FC3D8CAB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B582E2-CEDC-D91D-19BF-1E8C0109D9D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9E818A85-7D5E-E46A-C7D6-0A553ED7E34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DD2FD5E-B646-7DAD-C680-B6F831C037C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4868BC2-63CC-A78D-2F6B-F0075BAAB0D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3AC59-E82A-2B26-D38E-BD3A8B116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A5EC-DF97-4404-E39D-15504C44B21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D863B7B-CCB6-FAA5-4284-8E0949217B33}"/>
              </a:ext>
            </a:extLst>
          </p:cNvPr>
          <p:cNvSpPr/>
          <p:nvPr/>
        </p:nvSpPr>
        <p:spPr>
          <a:xfrm>
            <a:off x="86232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1FF657-E47C-6276-C419-06519EE072EF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ورود مدل‌های زبانی بزرگ در پژوهش‌های مربوط به سلامت روان و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F446D5C-6795-AA53-98A1-B0F50429F439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23D1C2-0A94-F5EF-54BB-03505C4E89F8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61EC78-FD7E-DE93-A0B9-D777099A9E4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ED70B98-3355-A40D-D216-ABDD1D00AF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EED0F72-4770-DEE6-537A-E325D6C7EB8B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612493F-C994-F42C-1A3D-625A5FD2E759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81962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42835-5FE5-4197-1233-A204781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2F6AFC4-DB1C-29A9-5803-043B43EBECB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F4C0AAA-F8BE-B394-280E-DE946AF20E8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61B794D-3637-AA4A-301D-3DC2A3D8615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FD410F6-0060-661F-194F-C3D1463A697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F3926-62F8-C6B1-78DD-9032FE300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14F967-F1B4-91C7-6E1D-13A5656B25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94AD448E-57AD-0C71-3ADE-22D3E858F633}"/>
              </a:ext>
            </a:extLst>
          </p:cNvPr>
          <p:cNvSpPr/>
          <p:nvPr/>
        </p:nvSpPr>
        <p:spPr>
          <a:xfrm>
            <a:off x="926054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50BD257-C661-B90D-2978-65C68806DD7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ظهور روش‌هایی نوین همانند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Lexicon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 در بهینه‌سازی مدل‌های زبانی بزرگ برای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6B43EF0-F8CB-21E7-FFDA-E0F59909DC3C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D93241E-19D2-E76F-485C-F3D0B69B8B22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BE4E2F-183F-EBAF-90C3-07E4E5DFC2D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D455C2D-33D5-1129-FF92-F772557638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A7FAE97F-FD7B-958D-49E0-492D5DBEE660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818EB1C-E5D4-36E7-94CE-B6A9D8B75521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A9C7340-2B53-1A0E-B7CA-72E68F66BBDB}"/>
              </a:ext>
            </a:extLst>
          </p:cNvPr>
          <p:cNvSpPr txBox="1">
            <a:spLocks/>
          </p:cNvSpPr>
          <p:nvPr/>
        </p:nvSpPr>
        <p:spPr>
          <a:xfrm>
            <a:off x="8990385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3911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3BA447E-0DB7-046A-465B-5CE5A748655F}"/>
              </a:ext>
            </a:extLst>
          </p:cNvPr>
          <p:cNvSpPr/>
          <p:nvPr/>
        </p:nvSpPr>
        <p:spPr>
          <a:xfrm>
            <a:off x="6151102" y="2993763"/>
            <a:ext cx="2743199" cy="171130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Vazir Light FD\"/>
                <a:cs typeface="Shabnam" panose="020B0603030804020204" pitchFamily="34" charset="-78"/>
              </a:rPr>
              <a:t>یادگیر ماشین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\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035338" y="347749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6364376" y="3898345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6387787" y="3074738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27AEF56-9929-8389-98EF-C37A608A0C30}"/>
              </a:ext>
            </a:extLst>
          </p:cNvPr>
          <p:cNvCxnSpPr>
            <a:cxnSpLocks/>
            <a:stCxn id="12" idx="0"/>
            <a:endCxn id="11" idx="1"/>
          </p:cNvCxnSpPr>
          <p:nvPr/>
        </p:nvCxnSpPr>
        <p:spPr>
          <a:xfrm rot="5400000" flipH="1" flipV="1">
            <a:off x="2363287" y="1640765"/>
            <a:ext cx="965977" cy="270747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52E5A1B2-C5DF-FED3-FE5A-BFC86EAFC6B3}"/>
              </a:ext>
            </a:extLst>
          </p:cNvPr>
          <p:cNvCxnSpPr>
            <a:cxnSpLocks/>
            <a:stCxn id="17" idx="2"/>
            <a:endCxn id="23" idx="3"/>
          </p:cNvCxnSpPr>
          <p:nvPr/>
        </p:nvCxnSpPr>
        <p:spPr>
          <a:xfrm rot="5400000">
            <a:off x="5994085" y="3593507"/>
            <a:ext cx="417059" cy="2640177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3F56A93-B5E4-AFDE-D3A9-8EC04E7308B3}"/>
              </a:ext>
            </a:extLst>
          </p:cNvPr>
          <p:cNvSpPr/>
          <p:nvPr/>
        </p:nvSpPr>
        <p:spPr>
          <a:xfrm>
            <a:off x="4200013" y="2269649"/>
            <a:ext cx="1575035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متن ورود جدید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D03BD0E-B10D-0409-8772-2757B0E1913C}"/>
              </a:ext>
            </a:extLst>
          </p:cNvPr>
          <p:cNvCxnSpPr>
            <a:cxnSpLocks/>
            <a:stCxn id="11" idx="3"/>
            <a:endCxn id="14" idx="0"/>
          </p:cNvCxnSpPr>
          <p:nvPr/>
        </p:nvCxnSpPr>
        <p:spPr>
          <a:xfrm>
            <a:off x="5775048" y="2511513"/>
            <a:ext cx="1747653" cy="56322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4DBBFD8-BDC6-49EA-8AE7-EEADD64E0EB6}"/>
              </a:ext>
            </a:extLst>
          </p:cNvPr>
          <p:cNvSpPr/>
          <p:nvPr/>
        </p:nvSpPr>
        <p:spPr>
          <a:xfrm>
            <a:off x="2311115" y="4880261"/>
            <a:ext cx="2571410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 خطر خودکشی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094E516-43F4-8589-16B3-33976AC98981}"/>
              </a:ext>
            </a:extLst>
          </p:cNvPr>
          <p:cNvCxnSpPr>
            <a:cxnSpLocks/>
            <a:stCxn id="23" idx="1"/>
            <a:endCxn id="12" idx="2"/>
          </p:cNvCxnSpPr>
          <p:nvPr/>
        </p:nvCxnSpPr>
        <p:spPr>
          <a:xfrm rot="10800000">
            <a:off x="1492539" y="4391891"/>
            <a:ext cx="818577" cy="73023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432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2" grpId="0" animBg="1"/>
      <p:bldP spid="13" grpId="0" animBg="1"/>
      <p:bldP spid="14" grpId="0" animBg="1"/>
      <p:bldP spid="11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C9B54-8FBD-4E22-C506-BB10D66D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93AEA27-A65B-20C8-312A-45B1C3B9A1C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F357CBC-B9E6-84C7-9A0B-46D098C446C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0386B2D-D89A-4312-49C9-8B06CCECA1A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DA7C95-8967-5E16-EF6E-F5D46FD042A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2273E-67B8-2A58-4DF9-8B9D3DDF3A1E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7440DC-075E-EB2F-5F96-F2B0F1F8E78A}"/>
              </a:ext>
            </a:extLst>
          </p:cNvPr>
          <p:cNvSpPr/>
          <p:nvPr/>
        </p:nvSpPr>
        <p:spPr>
          <a:xfrm rot="16200000">
            <a:off x="-292221" y="284314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داده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F4EC44-B99F-3B10-4286-600312CB1109}"/>
              </a:ext>
            </a:extLst>
          </p:cNvPr>
          <p:cNvSpPr/>
          <p:nvPr/>
        </p:nvSpPr>
        <p:spPr>
          <a:xfrm rot="16200000">
            <a:off x="989056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داده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5D9F25A-E052-6838-0656-110ADF467FF4}"/>
              </a:ext>
            </a:extLst>
          </p:cNvPr>
          <p:cNvSpPr/>
          <p:nvPr/>
        </p:nvSpPr>
        <p:spPr>
          <a:xfrm rot="16200000">
            <a:off x="2270331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داده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968238-DFFA-436C-2C7F-23A69AE95043}"/>
              </a:ext>
            </a:extLst>
          </p:cNvPr>
          <p:cNvSpPr/>
          <p:nvPr/>
        </p:nvSpPr>
        <p:spPr>
          <a:xfrm rot="16200000">
            <a:off x="3546159" y="2850074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4424F0-451E-63AC-E031-F4A186735234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83F0452-7DA8-E9D7-951C-CAD5EAEF1D6C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253F56-985F-2D30-7F97-7C17D10FC09F}"/>
              </a:ext>
            </a:extLst>
          </p:cNvPr>
          <p:cNvSpPr/>
          <p:nvPr/>
        </p:nvSpPr>
        <p:spPr>
          <a:xfrm rot="16200000">
            <a:off x="5795060" y="3788720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69C34C3-EC76-BEB2-C33F-4EA5BD709656}"/>
              </a:ext>
            </a:extLst>
          </p:cNvPr>
          <p:cNvSpPr/>
          <p:nvPr/>
        </p:nvSpPr>
        <p:spPr>
          <a:xfrm rot="16200000">
            <a:off x="6882639" y="823846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</p:spTree>
    <p:extLst>
      <p:ext uri="{BB962C8B-B14F-4D97-AF65-F5344CB8AC3E}">
        <p14:creationId xmlns:p14="http://schemas.microsoft.com/office/powerpoint/2010/main" val="415202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4" grpId="0" animBg="1"/>
      <p:bldP spid="26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DC7A-1E81-00EA-4D3A-C4FA74714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915501-2223-EB7A-02AD-FA4BF092ED93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202FD04-3230-3AC1-D1E2-A70A5733D93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DB6F408-BFF3-3A1E-7550-F64C7553C0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5F85FAD-5301-5B15-029D-B8EA920D17D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B875CA-1531-480E-54E1-9864F90233F7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AA6D5E-4C24-1A3D-E510-E5AA68FDD85D}"/>
              </a:ext>
            </a:extLst>
          </p:cNvPr>
          <p:cNvSpPr/>
          <p:nvPr/>
        </p:nvSpPr>
        <p:spPr>
          <a:xfrm rot="16200000">
            <a:off x="3251666" y="3785254"/>
            <a:ext cx="3948545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C54358-4E81-2962-74E2-9404310D91C6}"/>
              </a:ext>
            </a:extLst>
          </p:cNvPr>
          <p:cNvSpPr/>
          <p:nvPr/>
        </p:nvSpPr>
        <p:spPr>
          <a:xfrm rot="16200000">
            <a:off x="4529478" y="3788718"/>
            <a:ext cx="3955477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8530B4-DD3C-DE53-4C08-2E9148D9993B}"/>
              </a:ext>
            </a:extLst>
          </p:cNvPr>
          <p:cNvSpPr/>
          <p:nvPr/>
        </p:nvSpPr>
        <p:spPr>
          <a:xfrm rot="16200000">
            <a:off x="5810751" y="3788718"/>
            <a:ext cx="395547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65FC2A-E502-027D-B870-FE7DA270AF45}"/>
              </a:ext>
            </a:extLst>
          </p:cNvPr>
          <p:cNvSpPr/>
          <p:nvPr/>
        </p:nvSpPr>
        <p:spPr>
          <a:xfrm rot="16200000">
            <a:off x="-300685" y="2843146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8FD9CE9-D41C-772F-4AAF-87B889B33F1D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3652DA-FCDA-65F2-41E2-8E383787C1AB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950F3AA-5352-34CE-382B-A10B65C1A7FE}"/>
              </a:ext>
            </a:extLst>
          </p:cNvPr>
          <p:cNvSpPr/>
          <p:nvPr/>
        </p:nvSpPr>
        <p:spPr>
          <a:xfrm rot="16200000">
            <a:off x="1948216" y="3781792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EED89D7-5C20-7862-A288-0181B4F0ED13}"/>
              </a:ext>
            </a:extLst>
          </p:cNvPr>
          <p:cNvSpPr/>
          <p:nvPr/>
        </p:nvSpPr>
        <p:spPr>
          <a:xfrm rot="16200000">
            <a:off x="3035795" y="816918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E92303-2F56-C1B9-A233-E7BB15247955}"/>
              </a:ext>
            </a:extLst>
          </p:cNvPr>
          <p:cNvSpPr/>
          <p:nvPr/>
        </p:nvSpPr>
        <p:spPr>
          <a:xfrm rot="16200000">
            <a:off x="4373238" y="811531"/>
            <a:ext cx="176335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CBD1F4-8792-57FA-0C98-817DAC335BEF}"/>
              </a:ext>
            </a:extLst>
          </p:cNvPr>
          <p:cNvSpPr/>
          <p:nvPr/>
        </p:nvSpPr>
        <p:spPr>
          <a:xfrm rot="16200000">
            <a:off x="5652967" y="816913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7C940C6-D8D5-D4BD-A407-44E84462BA1E}"/>
              </a:ext>
            </a:extLst>
          </p:cNvPr>
          <p:cNvSpPr/>
          <p:nvPr/>
        </p:nvSpPr>
        <p:spPr>
          <a:xfrm rot="16200000">
            <a:off x="6934240" y="816914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051EE0-3ADB-ABD6-1D5B-A3684D1F24D7}"/>
              </a:ext>
            </a:extLst>
          </p:cNvPr>
          <p:cNvCxnSpPr/>
          <p:nvPr/>
        </p:nvCxnSpPr>
        <p:spPr>
          <a:xfrm>
            <a:off x="3187697" y="2285989"/>
            <a:ext cx="5332122" cy="0"/>
          </a:xfrm>
          <a:prstGeom prst="line">
            <a:avLst/>
          </a:prstGeom>
          <a:ln w="698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14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18FA7-1ACA-FD51-3E03-401EA122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693A6D-BC2D-C8B9-C3F3-6A6005BB581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C86DAF9B-19CB-65D1-25B3-A3F57ECF6E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C40F1E5D-527C-0ACA-11EA-C5A3BEBC2DE7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FD7145C3-90D4-3659-9FCA-2798D0D5F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891A26FC-7C2B-619D-DE0C-3854FC06B8EE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8A32C0E0-E403-9514-1CDD-6607ADD44043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1D35C43-F7DA-9C0A-94AD-08BFB5B1E8B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207D0209-9883-C32F-68EA-6FAB5E6D7799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7C51C8B0-AB57-47B0-F7BC-810DAB492107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57840443-18AB-FC2D-0D69-090CC3853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0364" y="3764211"/>
            <a:ext cx="8603671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بستر امن تبادل داده با بهره‌‌گیری از رمزگذاری هم‌ریخت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534B957F-DE6A-74E7-E97E-DEB8B5A78911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23BE17C6-AD97-883D-3328-4BE7E5A88301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8E93C75-2190-9AFA-A216-077D95D56B63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F6332-E62E-748F-16E3-2995E9B6353A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186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2E9D-E7E1-2493-CF4F-2ECDBFB52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0C85303-BF0D-2CEC-AB1B-C44EE64BB2D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050B32A0-0DB6-2B35-0CC1-FBC7D41067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هر اسکیم رمزنگاری از سه الگوریتم اساسی تشکیل شده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5616C8D-E46C-A731-23A6-295B0B0E0B3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16A806-DB4F-3583-40B8-C7C3AEECCBD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D803861-79EB-559D-55AF-F058A637104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486E80-2047-8B33-4858-0B0089B30293}"/>
              </a:ext>
            </a:extLst>
          </p:cNvPr>
          <p:cNvSpPr/>
          <p:nvPr/>
        </p:nvSpPr>
        <p:spPr>
          <a:xfrm>
            <a:off x="1163782" y="1499415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544D12-320A-F90F-2438-9529E865FDA6}"/>
              </a:ext>
            </a:extLst>
          </p:cNvPr>
          <p:cNvSpPr/>
          <p:nvPr/>
        </p:nvSpPr>
        <p:spPr>
          <a:xfrm>
            <a:off x="3040589" y="1499414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رمزگذاری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FCF159E-9E4F-1BB8-E44E-D656148CE2D7}"/>
              </a:ext>
            </a:extLst>
          </p:cNvPr>
          <p:cNvSpPr/>
          <p:nvPr/>
        </p:nvSpPr>
        <p:spPr>
          <a:xfrm>
            <a:off x="4917396" y="1499414"/>
            <a:ext cx="1621496" cy="75887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D5CF2A2-992C-8124-F888-78EA3DF6F759}"/>
              </a:ext>
            </a:extLst>
          </p:cNvPr>
          <p:cNvSpPr/>
          <p:nvPr/>
        </p:nvSpPr>
        <p:spPr>
          <a:xfrm>
            <a:off x="1163782" y="2432682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363334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7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7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build="p"/>
      <p:bldP spid="8" grpId="0" animBg="1"/>
      <p:bldP spid="9" grpId="0" animBg="1"/>
      <p:bldP spid="10" grpId="0" animBg="1"/>
      <p:bldP spid="1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0E5F1-2B4B-3EE2-B972-D3F730D42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8BE857A-2292-B850-ADE3-BE4EF068B3B4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9A424DB9-E1A5-BB3D-6854-FD3FFEBF87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تسهیم راز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8EEBDF3-386D-E6B8-F825-AA28995711F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0D4DE45-1AAE-77A5-145E-C5BE15D406E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EE4E62C7-C682-D3E9-D765-0CAFDFBA1C8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765257-C061-0CFC-2540-B96AB09A32BF}"/>
              </a:ext>
            </a:extLst>
          </p:cNvPr>
          <p:cNvSpPr/>
          <p:nvPr/>
        </p:nvSpPr>
        <p:spPr>
          <a:xfrm>
            <a:off x="5285252" y="2067452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1184898-03FD-E4D8-2A71-A8C009C0C2B1}"/>
              </a:ext>
            </a:extLst>
          </p:cNvPr>
          <p:cNvSpPr/>
          <p:nvPr/>
        </p:nvSpPr>
        <p:spPr>
          <a:xfrm>
            <a:off x="5628104" y="95791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811FDC7-7233-9287-8AF8-CB8DA1783527}"/>
              </a:ext>
            </a:extLst>
          </p:cNvPr>
          <p:cNvSpPr/>
          <p:nvPr/>
        </p:nvSpPr>
        <p:spPr>
          <a:xfrm>
            <a:off x="9435054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45FD602-4A0A-160D-082F-B42D7A66BB59}"/>
              </a:ext>
            </a:extLst>
          </p:cNvPr>
          <p:cNvSpPr/>
          <p:nvPr/>
        </p:nvSpPr>
        <p:spPr>
          <a:xfrm>
            <a:off x="7005637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8783924-121E-8CD8-9657-09723E624026}"/>
              </a:ext>
            </a:extLst>
          </p:cNvPr>
          <p:cNvSpPr/>
          <p:nvPr/>
        </p:nvSpPr>
        <p:spPr>
          <a:xfrm>
            <a:off x="4576220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3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0CB0A65-89F0-F854-447F-5BE37936413A}"/>
              </a:ext>
            </a:extLst>
          </p:cNvPr>
          <p:cNvSpPr/>
          <p:nvPr/>
        </p:nvSpPr>
        <p:spPr>
          <a:xfrm>
            <a:off x="1076583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C27808-425F-E5F7-2062-7A081C77A1D7}"/>
              </a:ext>
            </a:extLst>
          </p:cNvPr>
          <p:cNvSpPr/>
          <p:nvPr/>
        </p:nvSpPr>
        <p:spPr>
          <a:xfrm>
            <a:off x="4717039" y="2067452"/>
            <a:ext cx="2736530" cy="577646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مجموعه‌ای از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Secret</a:t>
            </a:r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ها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762000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250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5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7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83AF8-D7B1-C543-4C04-FA8D90308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F8ECBDF-1F30-1544-4EBD-8481E5C3215A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C91EBC80-1DCA-05E1-28D0-136CCCB434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تسهیم راز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E5CD735-36F8-F82C-7E1C-C30C6413F22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F9D4165-0720-5E59-6CF3-7C9084BB749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3B2E7DA-8154-FECA-80F2-9C5543E792B4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F2CBEC0-4441-5517-D638-87D562E30BA8}"/>
              </a:ext>
            </a:extLst>
          </p:cNvPr>
          <p:cNvSpPr/>
          <p:nvPr/>
        </p:nvSpPr>
        <p:spPr>
          <a:xfrm>
            <a:off x="5628104" y="95791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47D01B-2119-6981-5497-0F6DF0622449}"/>
              </a:ext>
            </a:extLst>
          </p:cNvPr>
          <p:cNvSpPr/>
          <p:nvPr/>
        </p:nvSpPr>
        <p:spPr>
          <a:xfrm>
            <a:off x="9435054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4DFEEB8-BF6A-268A-37FD-645FE0740FE3}"/>
              </a:ext>
            </a:extLst>
          </p:cNvPr>
          <p:cNvSpPr/>
          <p:nvPr/>
        </p:nvSpPr>
        <p:spPr>
          <a:xfrm>
            <a:off x="7005637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C960018-0886-D09A-629A-A274995501B1}"/>
              </a:ext>
            </a:extLst>
          </p:cNvPr>
          <p:cNvSpPr/>
          <p:nvPr/>
        </p:nvSpPr>
        <p:spPr>
          <a:xfrm>
            <a:off x="4576220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3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99F217F-BAA9-2B22-05A0-47F22D126FA4}"/>
              </a:ext>
            </a:extLst>
          </p:cNvPr>
          <p:cNvSpPr/>
          <p:nvPr/>
        </p:nvSpPr>
        <p:spPr>
          <a:xfrm>
            <a:off x="1076583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4F83983-8649-577B-6675-1013C054B149}"/>
              </a:ext>
            </a:extLst>
          </p:cNvPr>
          <p:cNvSpPr/>
          <p:nvPr/>
        </p:nvSpPr>
        <p:spPr>
          <a:xfrm>
            <a:off x="9547464" y="3422073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437507-EA89-6372-F65F-FB3CF5E01676}"/>
              </a:ext>
            </a:extLst>
          </p:cNvPr>
          <p:cNvSpPr/>
          <p:nvPr/>
        </p:nvSpPr>
        <p:spPr>
          <a:xfrm>
            <a:off x="7118047" y="342900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C4F3F0-AAED-AE1D-A3A4-FBEDA98C9268}"/>
              </a:ext>
            </a:extLst>
          </p:cNvPr>
          <p:cNvSpPr/>
          <p:nvPr/>
        </p:nvSpPr>
        <p:spPr>
          <a:xfrm>
            <a:off x="4720521" y="3378946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3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B12FF34-4157-E267-628D-36DC69CDF8C2}"/>
              </a:ext>
            </a:extLst>
          </p:cNvPr>
          <p:cNvSpPr/>
          <p:nvPr/>
        </p:nvSpPr>
        <p:spPr>
          <a:xfrm>
            <a:off x="1188993" y="341149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en-US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Secret 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7B5C0E2-6D58-6E12-C1AC-79487DF804A4}"/>
              </a:ext>
            </a:extLst>
          </p:cNvPr>
          <p:cNvSpPr/>
          <p:nvPr/>
        </p:nvSpPr>
        <p:spPr>
          <a:xfrm>
            <a:off x="1076583" y="2473892"/>
            <a:ext cx="9958772" cy="48986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مجموعه‌ای از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Secret</a:t>
            </a:r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ها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DA8E055-2BCC-CC51-7862-16C3ED95B585}"/>
              </a:ext>
            </a:extLst>
          </p:cNvPr>
          <p:cNvSpPr/>
          <p:nvPr/>
        </p:nvSpPr>
        <p:spPr>
          <a:xfrm>
            <a:off x="1076583" y="4112530"/>
            <a:ext cx="9958772" cy="48986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اجماع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Secret</a:t>
            </a:r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ها جهت رسیدن به کلید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920354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ACBE2-346B-142C-AFBD-0587029B4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5D5B668-4C23-D28E-7C6E-866B99DBC874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F83CCA8C-3D1C-EDF4-9472-8C9A07FCEC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617" y="488034"/>
            <a:ext cx="10731374" cy="789709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تسهیم راز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E34686C-1BD4-5FB1-1C6A-39081E4E68C0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5CE10F6-3CD8-6EBE-52C7-6CD7296E2AA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6CC24C9-EF7F-6C12-E2F3-56C24E59683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12E386-8A3A-42EC-6190-AD158DB53B05}"/>
              </a:ext>
            </a:extLst>
          </p:cNvPr>
          <p:cNvSpPr/>
          <p:nvPr/>
        </p:nvSpPr>
        <p:spPr>
          <a:xfrm>
            <a:off x="5628104" y="95791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EE2663-ED01-733F-7DBD-6294692C97D5}"/>
              </a:ext>
            </a:extLst>
          </p:cNvPr>
          <p:cNvSpPr/>
          <p:nvPr/>
        </p:nvSpPr>
        <p:spPr>
          <a:xfrm>
            <a:off x="9435054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EC85242-7B2A-BC2C-4DED-B7AB266BE5E0}"/>
              </a:ext>
            </a:extLst>
          </p:cNvPr>
          <p:cNvSpPr/>
          <p:nvPr/>
        </p:nvSpPr>
        <p:spPr>
          <a:xfrm>
            <a:off x="7005637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0AC242E-C966-2F5B-148E-664D83994E3D}"/>
              </a:ext>
            </a:extLst>
          </p:cNvPr>
          <p:cNvSpPr/>
          <p:nvPr/>
        </p:nvSpPr>
        <p:spPr>
          <a:xfrm>
            <a:off x="4576220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3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631A716-935F-53A0-0C55-00B86CF01F42}"/>
              </a:ext>
            </a:extLst>
          </p:cNvPr>
          <p:cNvSpPr/>
          <p:nvPr/>
        </p:nvSpPr>
        <p:spPr>
          <a:xfrm>
            <a:off x="1076583" y="2963753"/>
            <a:ext cx="1600301" cy="115529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5F585D-20A2-9F8B-A703-840603E24573}"/>
              </a:ext>
            </a:extLst>
          </p:cNvPr>
          <p:cNvSpPr/>
          <p:nvPr/>
        </p:nvSpPr>
        <p:spPr>
          <a:xfrm>
            <a:off x="9547464" y="3422073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73A177D-4C99-6B07-CE8B-F68320A76D66}"/>
              </a:ext>
            </a:extLst>
          </p:cNvPr>
          <p:cNvSpPr/>
          <p:nvPr/>
        </p:nvSpPr>
        <p:spPr>
          <a:xfrm>
            <a:off x="7118047" y="342900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E6446CA-C258-7182-F6A4-E9D06FEB59E4}"/>
              </a:ext>
            </a:extLst>
          </p:cNvPr>
          <p:cNvSpPr/>
          <p:nvPr/>
        </p:nvSpPr>
        <p:spPr>
          <a:xfrm>
            <a:off x="4720521" y="3378946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97BABA7-A809-5E4E-C1CF-14D63745B344}"/>
              </a:ext>
            </a:extLst>
          </p:cNvPr>
          <p:cNvSpPr/>
          <p:nvPr/>
        </p:nvSpPr>
        <p:spPr>
          <a:xfrm>
            <a:off x="1188993" y="3411490"/>
            <a:ext cx="1375479" cy="571308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کلید</a:t>
            </a:r>
            <a:endParaRPr lang="en-US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740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Secret1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Secret2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 n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067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6259854" y="1741017"/>
            <a:ext cx="600836" cy="3928363"/>
          </a:xfrm>
          <a:prstGeom prst="leftBrace">
            <a:avLst>
              <a:gd name="adj1" fmla="val 63387"/>
              <a:gd name="adj2" fmla="val 44465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5258785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اجماع کلید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6808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28FAB0E5-12E1-8774-CFF3-8102F9FC6961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AA77489-D08D-D506-F3B4-233103D3221C}"/>
              </a:ext>
            </a:extLst>
          </p:cNvPr>
          <p:cNvCxnSpPr>
            <a:cxnSpLocks/>
            <a:endCxn id="20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D40A280-7540-A985-27BE-D63C0A572654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09220C7-E868-B902-B93A-06DFB135C84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10E3C92-DEEE-77F2-5B14-129742582DCE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E4E824E-B190-5CCA-1046-8B218A9A35E4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CBA312-E104-A7E4-B77B-0BA1CB69339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684FDF0-5B15-E81A-6B1B-6FE13589AEF5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E9B1B59-DD2D-7711-6D2C-B1E4CB080057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34943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7" grpId="0" animBg="1"/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807825" y="2122317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807825" y="379434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817751" y="5948276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9BE0BE-A0BD-FF7F-4E62-31F3A96586FB}"/>
              </a:ext>
            </a:extLst>
          </p:cNvPr>
          <p:cNvSpPr/>
          <p:nvPr/>
        </p:nvSpPr>
        <p:spPr>
          <a:xfrm>
            <a:off x="4805148" y="1626596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9B65E6D-E03D-42B6-9F02-D1D1F3FF8D08}"/>
              </a:ext>
            </a:extLst>
          </p:cNvPr>
          <p:cNvSpPr/>
          <p:nvPr/>
        </p:nvSpPr>
        <p:spPr>
          <a:xfrm>
            <a:off x="4805148" y="3298621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E6EEB67-151C-4105-FCF3-865CD793D379}"/>
              </a:ext>
            </a:extLst>
          </p:cNvPr>
          <p:cNvSpPr/>
          <p:nvPr/>
        </p:nvSpPr>
        <p:spPr>
          <a:xfrm>
            <a:off x="4815074" y="5452555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905005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38" grpId="0" animBg="1"/>
      <p:bldP spid="41" grpId="0" animBg="1"/>
      <p:bldP spid="4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6B9DF-4857-BB02-14D2-97E9E83B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B13B5D0-FADE-E914-C87E-22622281B3F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DDEFAA5-D83D-6C59-B224-3A5A655DE61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C16083F-57D7-ABF3-4581-3C4F2E5C9F7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B6D0C5C-0727-F779-E8A7-A221C1B2D3F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DB5BF72-F823-1CAA-3ADD-33C9C6A259C7}"/>
              </a:ext>
            </a:extLst>
          </p:cNvPr>
          <p:cNvSpPr txBox="1">
            <a:spLocks/>
          </p:cNvSpPr>
          <p:nvPr/>
        </p:nvSpPr>
        <p:spPr>
          <a:xfrm>
            <a:off x="678858" y="2261416"/>
            <a:ext cx="10731374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رمزنگاری کلید عمومی: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C2302E9-E534-972F-A840-872ADFC705E4}"/>
              </a:ext>
            </a:extLst>
          </p:cNvPr>
          <p:cNvSpPr/>
          <p:nvPr/>
        </p:nvSpPr>
        <p:spPr>
          <a:xfrm>
            <a:off x="1163782" y="3275923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9D8C5AD-99B8-9D26-E751-027213372655}"/>
              </a:ext>
            </a:extLst>
          </p:cNvPr>
          <p:cNvSpPr/>
          <p:nvPr/>
        </p:nvSpPr>
        <p:spPr>
          <a:xfrm>
            <a:off x="3040589" y="3275922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رمزگذاری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42826BD-AE8D-FC00-9712-7B3F844D2B96}"/>
              </a:ext>
            </a:extLst>
          </p:cNvPr>
          <p:cNvSpPr/>
          <p:nvPr/>
        </p:nvSpPr>
        <p:spPr>
          <a:xfrm>
            <a:off x="4917396" y="3275922"/>
            <a:ext cx="1621496" cy="75887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69E4366-35F5-4679-43E3-A968D7879243}"/>
              </a:ext>
            </a:extLst>
          </p:cNvPr>
          <p:cNvSpPr/>
          <p:nvPr/>
        </p:nvSpPr>
        <p:spPr>
          <a:xfrm>
            <a:off x="1163782" y="4161051"/>
            <a:ext cx="1621496" cy="52178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5E7366C-5222-752E-A78C-44C989F90FD9}"/>
              </a:ext>
            </a:extLst>
          </p:cNvPr>
          <p:cNvSpPr/>
          <p:nvPr/>
        </p:nvSpPr>
        <p:spPr>
          <a:xfrm>
            <a:off x="1163782" y="4809089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68271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DF578-B599-32B3-3298-63750C785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0708A7D-F1FD-E50E-843F-084D293A109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9120B0C-BF94-691C-D89E-DE0BB56C3E7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CD7E4C45-75CA-1157-E586-47B963FA6C2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E56E83A-8AA3-1B80-000B-708994D2D1B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6C4E0A46-C700-E9D0-CA36-25704B6AB72E}"/>
              </a:ext>
            </a:extLst>
          </p:cNvPr>
          <p:cNvSpPr txBox="1">
            <a:spLocks/>
          </p:cNvSpPr>
          <p:nvPr/>
        </p:nvSpPr>
        <p:spPr>
          <a:xfrm>
            <a:off x="678858" y="2261416"/>
            <a:ext cx="10731374" cy="78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رمزنگاری کلید عمومی: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6DCFBDB-133F-AD0F-A3EF-A9EAD368C201}"/>
              </a:ext>
            </a:extLst>
          </p:cNvPr>
          <p:cNvSpPr/>
          <p:nvPr/>
        </p:nvSpPr>
        <p:spPr>
          <a:xfrm>
            <a:off x="1163782" y="3275923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DA541EC-0B74-6122-8AE2-59D45795CE69}"/>
              </a:ext>
            </a:extLst>
          </p:cNvPr>
          <p:cNvSpPr/>
          <p:nvPr/>
        </p:nvSpPr>
        <p:spPr>
          <a:xfrm>
            <a:off x="3040589" y="3275922"/>
            <a:ext cx="1621496" cy="7588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رمزگذاری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70B576-CBB6-E003-A63C-804F79494E00}"/>
              </a:ext>
            </a:extLst>
          </p:cNvPr>
          <p:cNvSpPr/>
          <p:nvPr/>
        </p:nvSpPr>
        <p:spPr>
          <a:xfrm>
            <a:off x="4917396" y="3275922"/>
            <a:ext cx="1621496" cy="75887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EC08736-11B3-4612-6186-BB6E2236046E}"/>
              </a:ext>
            </a:extLst>
          </p:cNvPr>
          <p:cNvSpPr/>
          <p:nvPr/>
        </p:nvSpPr>
        <p:spPr>
          <a:xfrm>
            <a:off x="3040589" y="4137248"/>
            <a:ext cx="1621496" cy="52178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FA41700-C14A-4787-06E6-D4CCE941641F}"/>
              </a:ext>
            </a:extLst>
          </p:cNvPr>
          <p:cNvSpPr/>
          <p:nvPr/>
        </p:nvSpPr>
        <p:spPr>
          <a:xfrm>
            <a:off x="4917396" y="4137248"/>
            <a:ext cx="1621496" cy="521785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78186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016711-A6C6-5E29-EB43-4E6DD24B9A54}"/>
              </a:ext>
            </a:extLst>
          </p:cNvPr>
          <p:cNvCxnSpPr>
            <a:cxnSpLocks/>
            <a:stCxn id="12" idx="0"/>
            <a:endCxn id="30" idx="0"/>
          </p:cNvCxnSpPr>
          <p:nvPr/>
        </p:nvCxnSpPr>
        <p:spPr>
          <a:xfrm rot="5400000" flipH="1" flipV="1">
            <a:off x="3602646" y="-239672"/>
            <a:ext cx="1250327" cy="52798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462C9F90-E20E-467B-7E14-064C7A803905}"/>
              </a:ext>
            </a:extLst>
          </p:cNvPr>
          <p:cNvCxnSpPr>
            <a:cxnSpLocks/>
            <a:stCxn id="12" idx="3"/>
            <a:endCxn id="31" idx="0"/>
          </p:cNvCxnSpPr>
          <p:nvPr/>
        </p:nvCxnSpPr>
        <p:spPr>
          <a:xfrm flipV="1">
            <a:off x="2045087" y="3475095"/>
            <a:ext cx="4820503" cy="751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B364625-5BB9-CE17-3145-0011B2AA37E4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3415787" y="2111913"/>
            <a:ext cx="1661232" cy="531703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978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0" grpId="0" animBg="1"/>
      <p:bldP spid="12" grpId="0" animBg="1"/>
      <p:bldP spid="13" grpId="0" animBg="1"/>
      <p:bldP spid="1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4740570" y="191403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4738429" y="362709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4738428" y="579339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stCxn id="38" idx="1"/>
            <a:endCxn id="12" idx="3"/>
          </p:cNvCxnSpPr>
          <p:nvPr/>
        </p:nvCxnSpPr>
        <p:spPr>
          <a:xfrm flipH="1">
            <a:off x="2045087" y="3482613"/>
            <a:ext cx="109196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4798298" y="2253592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4793112" y="392049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4783911" y="6073433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2A56A-DB38-E8F3-ACC2-95EB062EE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B3F1AC3-34E7-7AAE-7E94-08F160ABDC15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FE8B59A-19AF-A7A7-3CEB-DF11A8AE5EC3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CE73C7E-5EB0-5D62-6DAD-F5122DF1E864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4067C7-D4CA-39DB-7E2E-38F922CD730C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DC683B-281E-AFB5-944A-76830AE60960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D106C80-1D78-5051-84B1-31328B8237A4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503E6043-8922-14AF-FD8D-59E52F9B9C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BD55C7-B746-B849-70C2-22D7B0E75130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32348A2A-7809-0337-7C70-A7620ADF6C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A25B3942-4C56-9765-86BC-7CC729EEFC9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969C618-2994-E59B-06A5-1AA400EDC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8BEDB66-D676-A089-6EB8-51830A892A04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C1D203-3651-0D8D-A50F-9C88D447FEB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248FE4F-F9CD-B110-FE62-2FB75355A9C7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B64C09-B2AA-1672-D4D8-F9AE1D83DCFE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14EE3DC-2C02-6EF5-A842-58B731FDFE36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B0ADE82-DF48-B009-4C31-09F226475FC0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66FA376-D04C-7365-DC9F-CF62A7F01DCE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57436A0-650F-E143-415D-95087F1186C6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212E865D-5595-2F72-9780-1A5BD7B6B753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6CEA5AD-EF5B-95C2-7CD5-7695E34535B3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8B034730-F70F-8506-0604-130BB24C9950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92B413D-6BF0-FCB5-1845-B6C93E58D452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853D05D-4EF8-D7C8-09A1-7164DE75F05B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5C817B6-36F1-CDDC-82C9-6BB81CE4F5F3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823339B-2D8E-17C9-BA7A-D52297037883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F005256-2A3C-1225-E30C-591A4745ECFF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73C3339-0FC5-0C35-6278-7347FCBF5A80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D1AF01-30FA-4ED8-458D-37294E817773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A51B13-DCB6-8427-C862-4B55C2A05F4C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21E430-4ECB-D3AF-FD5E-1ACAE4A72AF5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239315-14C8-AF78-9CE4-7AAD5677D759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015A71F8-C249-4F1E-3B3D-6579C2BCAA6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76026C-B728-3E73-C889-70F8F243ACAE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94A699B-5AC1-DDCC-220D-E7E56A0A5025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56AACF4-9536-87D3-158B-3327DB405F6D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5D83ECBD-5F77-2ADA-B146-43E82558F109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82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3771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A7939-E07D-57FE-FA2C-141A528A68DD}"/>
              </a:ext>
            </a:extLst>
          </p:cNvPr>
          <p:cNvSpPr/>
          <p:nvPr/>
        </p:nvSpPr>
        <p:spPr>
          <a:xfrm>
            <a:off x="808035" y="3846814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CBE5A-DE94-F641-73E3-5C3DD2F57D67}"/>
              </a:ext>
            </a:extLst>
          </p:cNvPr>
          <p:cNvSpPr/>
          <p:nvPr/>
        </p:nvSpPr>
        <p:spPr>
          <a:xfrm>
            <a:off x="5038457" y="2659003"/>
            <a:ext cx="1007279" cy="977337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امضاع‌ها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128A2AF3-DF08-4D2D-6268-E8579CDAEBE6}"/>
              </a:ext>
            </a:extLst>
          </p:cNvPr>
          <p:cNvSpPr/>
          <p:nvPr/>
        </p:nvSpPr>
        <p:spPr>
          <a:xfrm>
            <a:off x="2512076" y="2659003"/>
            <a:ext cx="2249723" cy="905857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صحت‌سنجی امضاها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5662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 معتبر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C45BB22-C62B-2907-4B04-8817D7CEC0C7}"/>
              </a:ext>
            </a:extLst>
          </p:cNvPr>
          <p:cNvSpPr/>
          <p:nvPr/>
        </p:nvSpPr>
        <p:spPr>
          <a:xfrm>
            <a:off x="4527953" y="3746473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0905A2-14C0-DFF8-4AB8-4BD94C12AD08}"/>
              </a:ext>
            </a:extLst>
          </p:cNvPr>
          <p:cNvSpPr/>
          <p:nvPr/>
        </p:nvSpPr>
        <p:spPr>
          <a:xfrm>
            <a:off x="4537265" y="2683702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EAF3894-73BB-395A-4E49-65B82EF7A653}"/>
              </a:ext>
            </a:extLst>
          </p:cNvPr>
          <p:cNvCxnSpPr>
            <a:cxnSpLocks/>
            <a:stCxn id="8" idx="2"/>
            <a:endCxn id="26" idx="3"/>
          </p:cNvCxnSpPr>
          <p:nvPr/>
        </p:nvCxnSpPr>
        <p:spPr>
          <a:xfrm rot="5400000">
            <a:off x="4075570" y="4262576"/>
            <a:ext cx="1055638" cy="85640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E8C4C1-DE63-1F48-AD2E-BBF86C9CA8DC}"/>
              </a:ext>
            </a:extLst>
          </p:cNvPr>
          <p:cNvSpPr/>
          <p:nvPr/>
        </p:nvSpPr>
        <p:spPr>
          <a:xfrm>
            <a:off x="2522209" y="496931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9C198EB-5DA3-8D72-51DA-2056D9AE5345}"/>
              </a:ext>
            </a:extLst>
          </p:cNvPr>
          <p:cNvCxnSpPr>
            <a:cxnSpLocks/>
            <a:stCxn id="26" idx="1"/>
            <a:endCxn id="12" idx="2"/>
          </p:cNvCxnSpPr>
          <p:nvPr/>
        </p:nvCxnSpPr>
        <p:spPr>
          <a:xfrm rot="10800000">
            <a:off x="1778663" y="3554093"/>
            <a:ext cx="743546" cy="166450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07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364625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7812057B-E70E-CECA-BCBC-96EE6BE978D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7" name="Freeform: Shape 6">
            <a:hlinkClick r:id="rId4" action="ppaction://hlinksldjump"/>
            <a:extLst>
              <a:ext uri="{FF2B5EF4-FFF2-40B4-BE49-F238E27FC236}">
                <a16:creationId xmlns:a16="http://schemas.microsoft.com/office/drawing/2014/main" id="{B1843019-A69D-E1A0-DAAF-A8BFE13A2B31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8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80B4C8A8-F45E-1CF6-4769-BD2A0EE6994C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9" name="Freeform: Shape 8">
            <a:hlinkClick r:id="rId5" action="ppaction://hlinksldjump"/>
            <a:extLst>
              <a:ext uri="{FF2B5EF4-FFF2-40B4-BE49-F238E27FC236}">
                <a16:creationId xmlns:a16="http://schemas.microsoft.com/office/drawing/2014/main" id="{55C3D867-4022-752B-0E19-708AD81F2D7B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0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841F0022-44DC-5439-3C90-96F4FB7BFB9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54CD4BA-E348-DE67-E4F6-C06123B4B9DC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8FFB85-D544-3172-FC10-CAA12FE9BBC7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B74A09F-A98F-26AE-9915-60BF210E6E4B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70C52C2-5E9B-56EA-1F5F-151BC2737F68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888C139-E25C-9F43-8622-143CCAF760DE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06509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 6">
            <a:extLst>
              <a:ext uri="{FF2B5EF4-FFF2-40B4-BE49-F238E27FC236}">
                <a16:creationId xmlns:a16="http://schemas.microsoft.com/office/drawing/2014/main" id="{2AAB169B-572E-437F-A606-1D0CB6229DAF}"/>
              </a:ext>
            </a:extLst>
          </p:cNvPr>
          <p:cNvSpPr>
            <a:spLocks/>
          </p:cNvSpPr>
          <p:nvPr/>
        </p:nvSpPr>
        <p:spPr bwMode="auto">
          <a:xfrm>
            <a:off x="3547912" y="4287346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3" name="Freeform 7">
            <a:extLst>
              <a:ext uri="{FF2B5EF4-FFF2-40B4-BE49-F238E27FC236}">
                <a16:creationId xmlns:a16="http://schemas.microsoft.com/office/drawing/2014/main" id="{C908A74A-4E3E-4BF9-AE2B-E716FC1CFD2C}"/>
              </a:ext>
            </a:extLst>
          </p:cNvPr>
          <p:cNvSpPr>
            <a:spLocks/>
          </p:cNvSpPr>
          <p:nvPr/>
        </p:nvSpPr>
        <p:spPr bwMode="auto">
          <a:xfrm>
            <a:off x="5868837" y="2782396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4" name="Freeform 8">
            <a:extLst>
              <a:ext uri="{FF2B5EF4-FFF2-40B4-BE49-F238E27FC236}">
                <a16:creationId xmlns:a16="http://schemas.microsoft.com/office/drawing/2014/main" id="{5CA92E69-A4CE-4B92-AEDC-16D25B1EDD71}"/>
              </a:ext>
            </a:extLst>
          </p:cNvPr>
          <p:cNvSpPr>
            <a:spLocks/>
          </p:cNvSpPr>
          <p:nvPr/>
        </p:nvSpPr>
        <p:spPr bwMode="auto">
          <a:xfrm>
            <a:off x="4365474" y="1914034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5" name="Freeform 9">
            <a:extLst>
              <a:ext uri="{FF2B5EF4-FFF2-40B4-BE49-F238E27FC236}">
                <a16:creationId xmlns:a16="http://schemas.microsoft.com/office/drawing/2014/main" id="{7C879EC6-3572-42AF-8853-F933EE85914D}"/>
              </a:ext>
            </a:extLst>
          </p:cNvPr>
          <p:cNvSpPr>
            <a:spLocks/>
          </p:cNvSpPr>
          <p:nvPr/>
        </p:nvSpPr>
        <p:spPr bwMode="auto">
          <a:xfrm>
            <a:off x="3498699" y="1963246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0" name="Text Placeholder 33">
            <a:extLst>
              <a:ext uri="{FF2B5EF4-FFF2-40B4-BE49-F238E27FC236}">
                <a16:creationId xmlns:a16="http://schemas.microsoft.com/office/drawing/2014/main" id="{2BC5BD46-50F8-4141-8824-E8412293DF00}"/>
              </a:ext>
            </a:extLst>
          </p:cNvPr>
          <p:cNvSpPr txBox="1">
            <a:spLocks/>
          </p:cNvSpPr>
          <p:nvPr/>
        </p:nvSpPr>
        <p:spPr>
          <a:xfrm>
            <a:off x="1304910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1" name="Text Placeholder 33">
            <a:extLst>
              <a:ext uri="{FF2B5EF4-FFF2-40B4-BE49-F238E27FC236}">
                <a16:creationId xmlns:a16="http://schemas.microsoft.com/office/drawing/2014/main" id="{88CEF7F1-386F-4AB0-9DAE-020CB19969ED}"/>
              </a:ext>
            </a:extLst>
          </p:cNvPr>
          <p:cNvSpPr txBox="1">
            <a:spLocks/>
          </p:cNvSpPr>
          <p:nvPr/>
        </p:nvSpPr>
        <p:spPr>
          <a:xfrm>
            <a:off x="1304910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2" name="Text Placeholder 33">
            <a:extLst>
              <a:ext uri="{FF2B5EF4-FFF2-40B4-BE49-F238E27FC236}">
                <a16:creationId xmlns:a16="http://schemas.microsoft.com/office/drawing/2014/main" id="{B7FCAFAE-C23E-4981-B0FE-4861D008ABEE}"/>
              </a:ext>
            </a:extLst>
          </p:cNvPr>
          <p:cNvSpPr txBox="1">
            <a:spLocks/>
          </p:cNvSpPr>
          <p:nvPr/>
        </p:nvSpPr>
        <p:spPr>
          <a:xfrm>
            <a:off x="7076925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3" name="Text Placeholder 33">
            <a:extLst>
              <a:ext uri="{FF2B5EF4-FFF2-40B4-BE49-F238E27FC236}">
                <a16:creationId xmlns:a16="http://schemas.microsoft.com/office/drawing/2014/main" id="{0D144592-88D4-45D7-AEB4-6AA2A4DADE78}"/>
              </a:ext>
            </a:extLst>
          </p:cNvPr>
          <p:cNvSpPr txBox="1">
            <a:spLocks/>
          </p:cNvSpPr>
          <p:nvPr/>
        </p:nvSpPr>
        <p:spPr>
          <a:xfrm>
            <a:off x="7076925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307C4947-FC28-4253-8116-69A56852D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0114" y="1287572"/>
            <a:ext cx="2436899" cy="317758"/>
          </a:xfrm>
        </p:spPr>
        <p:txBody>
          <a:bodyPr>
            <a:noAutofit/>
          </a:bodyPr>
          <a:lstStyle/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5" name="Title 1">
            <a:extLst>
              <a:ext uri="{FF2B5EF4-FFF2-40B4-BE49-F238E27FC236}">
                <a16:creationId xmlns:a16="http://schemas.microsoft.com/office/drawing/2014/main" id="{921EF6D3-7D71-4D11-8DB1-D29F9EBA1E29}"/>
              </a:ext>
            </a:extLst>
          </p:cNvPr>
          <p:cNvSpPr txBox="1">
            <a:spLocks/>
          </p:cNvSpPr>
          <p:nvPr/>
        </p:nvSpPr>
        <p:spPr>
          <a:xfrm>
            <a:off x="6801898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4B54FEBC-1D9D-49C2-A32B-3A8EA512BBA4}"/>
              </a:ext>
            </a:extLst>
          </p:cNvPr>
          <p:cNvSpPr txBox="1">
            <a:spLocks/>
          </p:cNvSpPr>
          <p:nvPr/>
        </p:nvSpPr>
        <p:spPr>
          <a:xfrm>
            <a:off x="1028170" y="1287572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7" name="Title 1">
            <a:extLst>
              <a:ext uri="{FF2B5EF4-FFF2-40B4-BE49-F238E27FC236}">
                <a16:creationId xmlns:a16="http://schemas.microsoft.com/office/drawing/2014/main" id="{B6A27D19-DC94-4666-BF1B-E16A20E9A0BD}"/>
              </a:ext>
            </a:extLst>
          </p:cNvPr>
          <p:cNvSpPr txBox="1">
            <a:spLocks/>
          </p:cNvSpPr>
          <p:nvPr/>
        </p:nvSpPr>
        <p:spPr>
          <a:xfrm>
            <a:off x="1039954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5</a:t>
            </a:r>
          </a:p>
        </p:txBody>
      </p:sp>
      <p:sp>
        <p:nvSpPr>
          <p:cNvPr id="8" name="Arrow: Chevron 7">
            <a:hlinkClick r:id="rId7" action="ppaction://hlinksldjump"/>
            <a:extLst>
              <a:ext uri="{FF2B5EF4-FFF2-40B4-BE49-F238E27FC236}">
                <a16:creationId xmlns:a16="http://schemas.microsoft.com/office/drawing/2014/main" id="{B424AE3A-AD00-360D-2170-6617441C2BB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9" name="Arrow: Chevron 8">
            <a:hlinkClick r:id="rId7" action="ppaction://hlinksldjump"/>
            <a:extLst>
              <a:ext uri="{FF2B5EF4-FFF2-40B4-BE49-F238E27FC236}">
                <a16:creationId xmlns:a16="http://schemas.microsoft.com/office/drawing/2014/main" id="{26741363-E471-C862-0F4F-C49FA4E1187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234501732"/>
      </p:ext>
    </p:extLst>
  </p:cSld>
  <p:clrMapOvr>
    <a:masterClrMapping/>
  </p:clrMapOvr>
  <p:transition spd="med">
    <p:pull/>
  </p:transition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 p14:presetBounceEnd="67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 p14:presetBounceEnd="67000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1927" y="3764211"/>
            <a:ext cx="8575963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پروتکل تجمیع میانگین وزنی محرمانه و احرازهویت‌ شده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A0698-F8B2-3185-0626-9C2BA654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1D4F708-7F2F-3290-62BF-DFF280C87C74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484ECCE-ABAA-C254-22FE-130E137EA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0599" y="27272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قفل محکمی ساختیم، اما کلید را زیر گلدان گذاشتیم!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334658F-1A66-ECBC-A852-159B07A2766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8B2AC9B-B40B-17B0-A318-E2053EC53D9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68D26A4-9ECC-440D-12C5-F35395C0137A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BA34256C-198D-C261-38B0-6AAE13A5195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A29D8136-2516-B479-B802-41318CFFC423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493D6CF-75D8-8B89-D1E1-B74BE9D3EE6D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2657DF24-5A9E-D541-5BD4-5E0FFB0091B5}"/>
              </a:ext>
            </a:extLst>
          </p:cNvPr>
          <p:cNvSpPr>
            <a:spLocks/>
          </p:cNvSpPr>
          <p:nvPr/>
        </p:nvSpPr>
        <p:spPr bwMode="auto">
          <a:xfrm>
            <a:off x="4191106" y="2339382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6846B73-D0F6-D70F-1E74-8234B8DC997F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CD41EE2-9900-2E26-A5CB-219E3BC0807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E8DD8C3-2309-1DC8-EAF8-88786EA7DF52}"/>
              </a:ext>
            </a:extLst>
          </p:cNvPr>
          <p:cNvSpPr txBox="1">
            <a:spLocks/>
          </p:cNvSpPr>
          <p:nvPr/>
        </p:nvSpPr>
        <p:spPr>
          <a:xfrm>
            <a:off x="625147" y="1719884"/>
            <a:ext cx="4710545" cy="5702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کلاینت خودش نیروی متخاصم است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DEC2329-7AC7-EE2F-4367-D9D2C7975D79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D7B9EAB-0153-453B-6AB7-4E5A45449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58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 p14:presetBounceEnd="67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9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20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9" grpId="0" animBg="1"/>
          <p:bldP spid="14" grpId="0"/>
          <p:bldP spid="15" grpId="0"/>
          <p:bldP spid="16" grpId="0"/>
          <p:bldP spid="17" grpId="0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1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6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9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2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3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5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9" grpId="0" animBg="1"/>
          <p:bldP spid="14" grpId="0"/>
          <p:bldP spid="15" grpId="0"/>
          <p:bldP spid="16" grpId="0"/>
          <p:bldP spid="17" grpId="0"/>
        </p:bldLst>
      </p:timing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8322-5BF3-6133-631B-F25064AE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32B86D1-4155-EF90-5C96-1A50D8F400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8DFA77D-B9BB-1AB6-9E44-5013F9C3EF3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3F32879C-C2E9-D3F4-FE53-24F717102F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D5EBBE-04AC-752B-918E-7A94AB160E29}"/>
              </a:ext>
            </a:extLst>
          </p:cNvPr>
          <p:cNvSpPr/>
          <p:nvPr/>
        </p:nvSpPr>
        <p:spPr>
          <a:xfrm>
            <a:off x="2147455" y="3743410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08888C14-6453-9FB6-AD57-A862066E5CB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1" name="Freeform 8">
            <a:extLst>
              <a:ext uri="{FF2B5EF4-FFF2-40B4-BE49-F238E27FC236}">
                <a16:creationId xmlns:a16="http://schemas.microsoft.com/office/drawing/2014/main" id="{C8FF9129-3108-EECC-EA59-E915337C4F01}"/>
              </a:ext>
            </a:extLst>
          </p:cNvPr>
          <p:cNvSpPr>
            <a:spLocks/>
          </p:cNvSpPr>
          <p:nvPr/>
        </p:nvSpPr>
        <p:spPr bwMode="auto">
          <a:xfrm>
            <a:off x="784603" y="871746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A0DE3E51-C2E2-E8C8-A6E4-22C9463FCBCD}"/>
              </a:ext>
            </a:extLst>
          </p:cNvPr>
          <p:cNvSpPr txBox="1">
            <a:spLocks/>
          </p:cNvSpPr>
          <p:nvPr/>
        </p:nvSpPr>
        <p:spPr>
          <a:xfrm>
            <a:off x="2287966" y="541452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D734ED-67AD-7418-C68B-669324EA2AD1}"/>
              </a:ext>
            </a:extLst>
          </p:cNvPr>
          <p:cNvSpPr txBox="1"/>
          <p:nvPr/>
        </p:nvSpPr>
        <p:spPr>
          <a:xfrm>
            <a:off x="5750991" y="552918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در این حالت کانال نا امن بوده و تمام فعالیت‌ها شنود می‌شود. طرح تا اینجا از امنیت کافی برخوردار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6E4E8130-DEC7-6F67-799B-682C593A8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0322" y="2451170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E4BF6D3-9106-2D97-8E5A-39A11832CCF6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B44E512-4AD4-E36B-D89E-4DCE39F66C3F}"/>
              </a:ext>
            </a:extLst>
          </p:cNvPr>
          <p:cNvSpPr/>
          <p:nvPr/>
        </p:nvSpPr>
        <p:spPr>
          <a:xfrm>
            <a:off x="2296906" y="4383515"/>
            <a:ext cx="1538369" cy="5334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B8D973E-348A-CA73-9E7C-5BEA53A7E549}"/>
              </a:ext>
            </a:extLst>
          </p:cNvPr>
          <p:cNvSpPr/>
          <p:nvPr/>
        </p:nvSpPr>
        <p:spPr>
          <a:xfrm>
            <a:off x="8036003" y="4383515"/>
            <a:ext cx="1538369" cy="53340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C78165F-CC3B-6E7C-2353-775B2DA82276}"/>
              </a:ext>
            </a:extLst>
          </p:cNvPr>
          <p:cNvSpPr/>
          <p:nvPr/>
        </p:nvSpPr>
        <p:spPr>
          <a:xfrm>
            <a:off x="2296905" y="5017085"/>
            <a:ext cx="1538369" cy="533400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26AA9A2-0A9A-4F86-E46F-894C88347334}"/>
              </a:ext>
            </a:extLst>
          </p:cNvPr>
          <p:cNvSpPr/>
          <p:nvPr/>
        </p:nvSpPr>
        <p:spPr>
          <a:xfrm>
            <a:off x="980297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664986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871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7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3152690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1219518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2607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556642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A771FEFC-1FEE-48CC-95ED-8B444D136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8200" y="1781792"/>
            <a:ext cx="3399344" cy="2158933"/>
          </a:xfrm>
          <a:prstGeom prst="rect">
            <a:avLst/>
          </a:prstGeom>
        </p:spPr>
      </p:pic>
      <p:pic>
        <p:nvPicPr>
          <p:cNvPr id="7" name="Picture 6">
            <a:hlinkClick r:id="rId4"/>
            <a:extLst>
              <a:ext uri="{FF2B5EF4-FFF2-40B4-BE49-F238E27FC236}">
                <a16:creationId xmlns:a16="http://schemas.microsoft.com/office/drawing/2014/main" id="{FAFD8D5F-04A3-43CB-8077-9C8FC4C62B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379" y="4107063"/>
            <a:ext cx="3398960" cy="2158933"/>
          </a:xfrm>
          <a:prstGeom prst="rect">
            <a:avLst/>
          </a:prstGeom>
        </p:spPr>
      </p:pic>
      <p:pic>
        <p:nvPicPr>
          <p:cNvPr id="8" name="Picture 7">
            <a:hlinkClick r:id="rId6"/>
            <a:extLst>
              <a:ext uri="{FF2B5EF4-FFF2-40B4-BE49-F238E27FC236}">
                <a16:creationId xmlns:a16="http://schemas.microsoft.com/office/drawing/2014/main" id="{6B940E76-254C-4012-8BCF-2FF08BCAFB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3791" y="1781792"/>
            <a:ext cx="3400140" cy="2158933"/>
          </a:xfrm>
          <a:prstGeom prst="rect">
            <a:avLst/>
          </a:prstGeom>
        </p:spPr>
      </p:pic>
      <p:pic>
        <p:nvPicPr>
          <p:cNvPr id="9" name="Picture 8">
            <a:hlinkClick r:id="rId8"/>
            <a:extLst>
              <a:ext uri="{FF2B5EF4-FFF2-40B4-BE49-F238E27FC236}">
                <a16:creationId xmlns:a16="http://schemas.microsoft.com/office/drawing/2014/main" id="{C2D43386-69DD-4358-A6D4-54A364F61C8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6169" y="1781791"/>
            <a:ext cx="3399671" cy="2158933"/>
          </a:xfrm>
          <a:prstGeom prst="rect">
            <a:avLst/>
          </a:prstGeom>
        </p:spPr>
      </p:pic>
      <p:pic>
        <p:nvPicPr>
          <p:cNvPr id="10" name="Picture 9">
            <a:hlinkClick r:id="rId10"/>
            <a:extLst>
              <a:ext uri="{FF2B5EF4-FFF2-40B4-BE49-F238E27FC236}">
                <a16:creationId xmlns:a16="http://schemas.microsoft.com/office/drawing/2014/main" id="{DC02DD8C-7132-4402-8AD7-31DD2296A2E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7711" y="4107063"/>
            <a:ext cx="3400320" cy="2158933"/>
          </a:xfrm>
          <a:prstGeom prst="rect">
            <a:avLst/>
          </a:prstGeom>
        </p:spPr>
      </p:pic>
      <p:pic>
        <p:nvPicPr>
          <p:cNvPr id="11" name="Picture 10">
            <a:hlinkClick r:id="rId12"/>
            <a:extLst>
              <a:ext uri="{FF2B5EF4-FFF2-40B4-BE49-F238E27FC236}">
                <a16:creationId xmlns:a16="http://schemas.microsoft.com/office/drawing/2014/main" id="{C60200ED-EE58-4973-8133-A3DDB3D827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5881" y="4107063"/>
            <a:ext cx="3400065" cy="21589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AF9597-3A53-491B-A20F-3D0B9BC3C600}"/>
              </a:ext>
            </a:extLst>
          </p:cNvPr>
          <p:cNvSpPr txBox="1"/>
          <p:nvPr/>
        </p:nvSpPr>
        <p:spPr>
          <a:xfrm>
            <a:off x="2253730" y="379266"/>
            <a:ext cx="7684540" cy="119109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32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قالب های بیشتر از ایران پاورپوینت</a:t>
            </a:r>
          </a:p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20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 (بر روی قالب کلیک  کنید)</a:t>
            </a:r>
            <a:endParaRPr kumimoji="0" lang="en-US" sz="2000" b="1" i="0" u="none" strike="noStrike" kern="0" cap="none" spc="0" normalizeH="0" baseline="0" noProof="0" dirty="0">
              <a:ln w="3175">
                <a:noFill/>
              </a:ln>
              <a:solidFill>
                <a:srgbClr val="FFFFFF"/>
              </a:solidFill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B Titr" panose="00000700000000000000" pitchFamily="2" charset="-7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00694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hlinkClick r:id="rId3"/>
            <a:extLst>
              <a:ext uri="{FF2B5EF4-FFF2-40B4-BE49-F238E27FC236}">
                <a16:creationId xmlns:a16="http://schemas.microsoft.com/office/drawing/2014/main" id="{BA8E790F-618F-42BB-BC0C-25AC4BFD3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6" y="0"/>
            <a:ext cx="12188389" cy="6858000"/>
          </a:xfrm>
          <a:prstGeom prst="rect">
            <a:avLst/>
          </a:prstGeom>
        </p:spPr>
      </p:pic>
      <p:sp>
        <p:nvSpPr>
          <p:cNvPr id="34" name="TextBox 33">
            <a:hlinkClick r:id="rId3"/>
            <a:extLst>
              <a:ext uri="{FF2B5EF4-FFF2-40B4-BE49-F238E27FC236}">
                <a16:creationId xmlns:a16="http://schemas.microsoft.com/office/drawing/2014/main" id="{3B39D572-A2A9-4F7C-977D-263A2BB52D6D}"/>
              </a:ext>
            </a:extLst>
          </p:cNvPr>
          <p:cNvSpPr txBox="1"/>
          <p:nvPr/>
        </p:nvSpPr>
        <p:spPr>
          <a:xfrm>
            <a:off x="6725749" y="638016"/>
            <a:ext cx="4373177" cy="465305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دکمه </a:t>
            </a:r>
            <a:r>
              <a:rPr kumimoji="0" lang="en-US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Ctrl</a:t>
            </a: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 را نگه داشته و کلیک کنید</a:t>
            </a:r>
            <a:endParaRPr kumimoji="0" lang="id-ID" sz="2133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mim FD" panose="020B0603030804020204" pitchFamily="34" charset="0"/>
              <a:ea typeface="Samim FD" panose="020B0603030804020204" pitchFamily="34" charset="0"/>
              <a:cs typeface="Samim FD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9979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jeebstore theme">
  <a:themeElements>
    <a:clrScheme name="Custom 12">
      <a:dk1>
        <a:srgbClr val="2D324F"/>
      </a:dk1>
      <a:lt1>
        <a:srgbClr val="FFFFFF"/>
      </a:lt1>
      <a:dk2>
        <a:srgbClr val="121926"/>
      </a:dk2>
      <a:lt2>
        <a:srgbClr val="FFFFFF"/>
      </a:lt2>
      <a:accent1>
        <a:srgbClr val="F8B07E"/>
      </a:accent1>
      <a:accent2>
        <a:srgbClr val="FFFFFF"/>
      </a:accent2>
      <a:accent3>
        <a:srgbClr val="F8B07E"/>
      </a:accent3>
      <a:accent4>
        <a:srgbClr val="FFFFFF"/>
      </a:accent4>
      <a:accent5>
        <a:srgbClr val="F8B07E"/>
      </a:accent5>
      <a:accent6>
        <a:srgbClr val="FFFFFF"/>
      </a:accent6>
      <a:hlink>
        <a:srgbClr val="F33B48"/>
      </a:hlink>
      <a:folHlink>
        <a:srgbClr val="FFC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1261</TotalTime>
  <Words>3100</Words>
  <Application>Microsoft Office PowerPoint</Application>
  <PresentationFormat>Widescreen</PresentationFormat>
  <Paragraphs>723</Paragraphs>
  <Slides>58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72" baseType="lpstr">
      <vt:lpstr>B Titr</vt:lpstr>
      <vt:lpstr>Shabnam</vt:lpstr>
      <vt:lpstr>Calibri</vt:lpstr>
      <vt:lpstr>Estedad Black</vt:lpstr>
      <vt:lpstr>Calibri Light</vt:lpstr>
      <vt:lpstr>Samim FD</vt:lpstr>
      <vt:lpstr>Vazir Light FD</vt:lpstr>
      <vt:lpstr>S Besmellah 1</vt:lpstr>
      <vt:lpstr>Vazir Light FD\</vt:lpstr>
      <vt:lpstr>Vazir FD</vt:lpstr>
      <vt:lpstr>Segoe UI Semibold</vt:lpstr>
      <vt:lpstr>Arial</vt:lpstr>
      <vt:lpstr>Office Theme</vt:lpstr>
      <vt:lpstr>jeebstore theme</vt:lpstr>
      <vt:lpstr>PowerPoint Presentation</vt:lpstr>
      <vt:lpstr>PowerPoint Presentation</vt:lpstr>
      <vt:lpstr>فهرست مطالب</vt:lpstr>
      <vt:lpstr>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سوم</vt:lpstr>
      <vt:lpstr>PowerPoint Presentation</vt:lpstr>
      <vt:lpstr>PowerPoint Presentation</vt:lpstr>
      <vt:lpstr>PowerPoint Presentation</vt:lpstr>
      <vt:lpstr>PowerPoint Presentation</vt:lpstr>
      <vt:lpstr>طرح تکاملی</vt:lpstr>
      <vt:lpstr>طرح تکاملی</vt:lpstr>
      <vt:lpstr>طرح تکاملی</vt:lpstr>
      <vt:lpstr>طرح تکاملی</vt:lpstr>
      <vt:lpstr>PowerPoint Presentation</vt:lpstr>
      <vt:lpstr>PowerPoint Presentation</vt:lpstr>
      <vt:lpstr>طرح تکاملی</vt:lpstr>
      <vt:lpstr>طرح تکاملی</vt:lpstr>
      <vt:lpstr>عنوان فصل سوم</vt:lpstr>
      <vt:lpstr>طرح تکاملی</vt:lpstr>
      <vt:lpstr>طرح تکاملی</vt:lpstr>
      <vt:lpstr>طرح تکاملی</vt:lpstr>
      <vt:lpstr>طرح تکاملی</vt:lpstr>
      <vt:lpstr>طرح تکاملی</vt:lpstr>
      <vt:lpstr>عنوان فصل چهارم</vt:lpstr>
      <vt:lpstr>طرح تکاملی</vt:lpstr>
      <vt:lpstr>طرح تکاملی</vt:lpstr>
      <vt:lpstr>تیتر خود را وارد کنید</vt:lpstr>
      <vt:lpstr>PowerPoint Presentation</vt:lpstr>
      <vt:lpstr>تیتر خود را وارد کنید</vt:lpstr>
      <vt:lpstr>فصل پنجم</vt:lpstr>
      <vt:lpstr>قفل محکمی ساختیم، اما کلید را زیر گلدان گذاشتیم!</vt:lpstr>
      <vt:lpstr>PowerPoint Presentation</vt:lpstr>
      <vt:lpstr>PowerPoint Presentation</vt:lpstr>
      <vt:lpstr>تیتر خود را وارد کنید</vt:lpstr>
      <vt:lpstr>عنوان فصل سوم</vt:lpstr>
      <vt:lpstr>تیتر خود را وارد کنید</vt:lpstr>
      <vt:lpstr>عنوان فصل چهارم</vt:lpstr>
      <vt:lpstr>تیتر خود را وارد کنید</vt:lpstr>
      <vt:lpstr>عنوان فصل پنجم</vt:lpstr>
      <vt:lpstr>تیتر خود را وارد کنید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39</cp:revision>
  <dcterms:created xsi:type="dcterms:W3CDTF">2023-11-11T09:29:25Z</dcterms:created>
  <dcterms:modified xsi:type="dcterms:W3CDTF">2026-10-17T11:16:09Z</dcterms:modified>
</cp:coreProperties>
</file>