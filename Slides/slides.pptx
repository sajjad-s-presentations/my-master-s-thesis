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52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40" r:id="rId23"/>
    <p:sldId id="441" r:id="rId24"/>
    <p:sldId id="442" r:id="rId25"/>
    <p:sldId id="443" r:id="rId26"/>
    <p:sldId id="444" r:id="rId27"/>
    <p:sldId id="445" r:id="rId28"/>
    <p:sldId id="446" r:id="rId29"/>
    <p:sldId id="447" r:id="rId30"/>
    <p:sldId id="448" r:id="rId31"/>
    <p:sldId id="449" r:id="rId32"/>
    <p:sldId id="450" r:id="rId33"/>
    <p:sldId id="454" r:id="rId34"/>
    <p:sldId id="451" r:id="rId35"/>
    <p:sldId id="452" r:id="rId36"/>
    <p:sldId id="453" r:id="rId37"/>
    <p:sldId id="429" r:id="rId38"/>
    <p:sldId id="438" r:id="rId39"/>
    <p:sldId id="265" r:id="rId40"/>
    <p:sldId id="430" r:id="rId41"/>
    <p:sldId id="434" r:id="rId42"/>
    <p:sldId id="428" r:id="rId43"/>
    <p:sldId id="431" r:id="rId44"/>
    <p:sldId id="435" r:id="rId45"/>
    <p:sldId id="432" r:id="rId46"/>
    <p:sldId id="436" r:id="rId47"/>
    <p:sldId id="433" r:id="rId48"/>
    <p:sldId id="437" r:id="rId49"/>
    <p:sldId id="427" r:id="rId50"/>
    <p:sldId id="347" r:id="rId51"/>
  </p:sldIdLst>
  <p:sldSz cx="12192000" cy="6858000"/>
  <p:notesSz cx="6858000" cy="9144000"/>
  <p:embeddedFontLst>
    <p:embeddedFont>
      <p:font typeface="B Titr" panose="00000700000000000000" pitchFamily="2" charset="-78"/>
      <p:bold r:id="rId53"/>
    </p:embeddedFont>
    <p:embeddedFont>
      <p:font typeface="Estedad Black" panose="020B0604020202020204" charset="-78"/>
      <p:bold r:id="rId54"/>
    </p:embeddedFont>
    <p:embeddedFont>
      <p:font typeface="S Besmellah 1" panose="020B0604020202020204" charset="0"/>
      <p:regular r:id="rId55"/>
    </p:embeddedFont>
    <p:embeddedFont>
      <p:font typeface="Samim FD" panose="020B0603030804020204" charset="0"/>
      <p:regular r:id="rId56"/>
      <p:bold r:id="rId57"/>
    </p:embeddedFont>
    <p:embeddedFont>
      <p:font typeface="Shabnam" panose="020B0604020202020204" charset="-78"/>
      <p:regular r:id="rId58"/>
      <p:bold r:id="rId59"/>
    </p:embeddedFont>
    <p:embeddedFont>
      <p:font typeface="Vazir FD" pitchFamily="2" charset="-78"/>
      <p:regular r:id="rId60"/>
      <p:bold r:id="rId61"/>
    </p:embeddedFont>
    <p:embeddedFont>
      <p:font typeface="Vazir Light FD" pitchFamily="2" charset="-78"/>
      <p:regular r:id="rId62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807AF2"/>
    <a:srgbClr val="388600"/>
    <a:srgbClr val="262344"/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63" Type="http://schemas.openxmlformats.org/officeDocument/2006/relationships/commentAuthors" Target="commentAuthor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05/05/1448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4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7.xml"/><Relationship Id="rId5" Type="http://schemas.openxmlformats.org/officeDocument/2006/relationships/slide" Target="slide45.xml"/><Relationship Id="rId4" Type="http://schemas.openxmlformats.org/officeDocument/2006/relationships/slide" Target="slide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45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9.xml"/><Relationship Id="rId4" Type="http://schemas.openxmlformats.org/officeDocument/2006/relationships/slide" Target="slide4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45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9.xml"/><Relationship Id="rId4" Type="http://schemas.openxmlformats.org/officeDocument/2006/relationships/slide" Target="slide4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9.xml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7" Type="http://schemas.openxmlformats.org/officeDocument/2006/relationships/slide" Target="slide44.xml"/><Relationship Id="rId2" Type="http://schemas.openxmlformats.org/officeDocument/2006/relationships/slide" Target="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slide" Target="slide46.xml"/><Relationship Id="rId4" Type="http://schemas.openxmlformats.org/officeDocument/2006/relationships/slide" Target="slide4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44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47.xml"/><Relationship Id="rId4" Type="http://schemas.openxmlformats.org/officeDocument/2006/relationships/slide" Target="slide4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4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48.xml"/><Relationship Id="rId4" Type="http://schemas.openxmlformats.org/officeDocument/2006/relationships/slide" Target="slide4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4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11.jp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2E6D82-6EE5-E1CC-D84A-083919DFC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3593C5-7407-52E4-0F01-CF12C0DC3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689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8618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55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37051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</TotalTime>
  <Words>2956</Words>
  <Application>Microsoft Office PowerPoint</Application>
  <PresentationFormat>Widescreen</PresentationFormat>
  <Paragraphs>661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62" baseType="lpstr">
      <vt:lpstr>Shabnam</vt:lpstr>
      <vt:lpstr>Calibri</vt:lpstr>
      <vt:lpstr>Calibri Light</vt:lpstr>
      <vt:lpstr>Samim FD</vt:lpstr>
      <vt:lpstr>Vazir Light FD</vt:lpstr>
      <vt:lpstr>B Titr</vt:lpstr>
      <vt:lpstr>S Besmellah 1</vt:lpstr>
      <vt:lpstr>Vazir Light FD\</vt:lpstr>
      <vt:lpstr>Estedad Black</vt:lpstr>
      <vt:lpstr>Arial</vt:lpstr>
      <vt:lpstr>Vazir FD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طرح تکاملی</vt:lpstr>
      <vt:lpstr>طرح تکاملی</vt:lpstr>
      <vt:lpstr>عنوان فصل سوم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عنوان فصل دوم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37</cp:revision>
  <dcterms:created xsi:type="dcterms:W3CDTF">2023-11-11T09:29:25Z</dcterms:created>
  <dcterms:modified xsi:type="dcterms:W3CDTF">2026-10-16T16:22:04Z</dcterms:modified>
</cp:coreProperties>
</file>