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70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73" r:id="rId23"/>
    <p:sldId id="474" r:id="rId24"/>
    <p:sldId id="477" r:id="rId25"/>
    <p:sldId id="478" r:id="rId26"/>
    <p:sldId id="479" r:id="rId27"/>
    <p:sldId id="443" r:id="rId28"/>
    <p:sldId id="444" r:id="rId29"/>
    <p:sldId id="445" r:id="rId30"/>
    <p:sldId id="446" r:id="rId31"/>
    <p:sldId id="475" r:id="rId32"/>
    <p:sldId id="476" r:id="rId33"/>
    <p:sldId id="440" r:id="rId34"/>
    <p:sldId id="441" r:id="rId35"/>
    <p:sldId id="442" r:id="rId36"/>
    <p:sldId id="447" r:id="rId37"/>
    <p:sldId id="448" r:id="rId38"/>
    <p:sldId id="449" r:id="rId39"/>
    <p:sldId id="450" r:id="rId40"/>
    <p:sldId id="454" r:id="rId41"/>
    <p:sldId id="451" r:id="rId42"/>
    <p:sldId id="452" r:id="rId43"/>
    <p:sldId id="453" r:id="rId44"/>
    <p:sldId id="429" r:id="rId45"/>
    <p:sldId id="438" r:id="rId46"/>
    <p:sldId id="265" r:id="rId47"/>
    <p:sldId id="430" r:id="rId48"/>
    <p:sldId id="480" r:id="rId49"/>
    <p:sldId id="482" r:id="rId50"/>
    <p:sldId id="483" r:id="rId51"/>
    <p:sldId id="484" r:id="rId52"/>
    <p:sldId id="485" r:id="rId53"/>
    <p:sldId id="486" r:id="rId54"/>
    <p:sldId id="487" r:id="rId55"/>
    <p:sldId id="488" r:id="rId56"/>
    <p:sldId id="489" r:id="rId57"/>
    <p:sldId id="490" r:id="rId58"/>
    <p:sldId id="491" r:id="rId59"/>
    <p:sldId id="434" r:id="rId60"/>
    <p:sldId id="428" r:id="rId61"/>
    <p:sldId id="431" r:id="rId62"/>
    <p:sldId id="435" r:id="rId63"/>
    <p:sldId id="432" r:id="rId64"/>
    <p:sldId id="436" r:id="rId65"/>
    <p:sldId id="433" r:id="rId66"/>
    <p:sldId id="437" r:id="rId67"/>
    <p:sldId id="427" r:id="rId68"/>
    <p:sldId id="347" r:id="rId69"/>
  </p:sldIdLst>
  <p:sldSz cx="12192000" cy="6858000"/>
  <p:notesSz cx="6858000" cy="9144000"/>
  <p:embeddedFontLst>
    <p:embeddedFont>
      <p:font typeface="B Titr" panose="00000700000000000000" pitchFamily="2" charset="-78"/>
      <p:bold r:id="rId71"/>
    </p:embeddedFont>
    <p:embeddedFont>
      <p:font typeface="Cambria Math" panose="02040503050406030204" pitchFamily="18" charset="0"/>
      <p:regular r:id="rId72"/>
    </p:embeddedFont>
    <p:embeddedFont>
      <p:font typeface="Estedad Black" panose="020B0604020202020204" charset="-78"/>
      <p:bold r:id="rId73"/>
    </p:embeddedFont>
    <p:embeddedFont>
      <p:font typeface="S Besmellah 1" panose="020B0604020202020204" charset="0"/>
      <p:regular r:id="rId74"/>
    </p:embeddedFont>
    <p:embeddedFont>
      <p:font typeface="Samim FD" panose="020B0603030804020204" charset="0"/>
      <p:regular r:id="rId75"/>
      <p:bold r:id="rId76"/>
    </p:embeddedFont>
    <p:embeddedFont>
      <p:font typeface="Segoe UI Semibold" panose="020B0702040204020203" pitchFamily="34" charset="0"/>
      <p:bold r:id="rId77"/>
      <p:boldItalic r:id="rId78"/>
    </p:embeddedFont>
    <p:embeddedFont>
      <p:font typeface="Shabnam" panose="020B0604020202020204" charset="-78"/>
      <p:regular r:id="rId79"/>
      <p:bold r:id="rId80"/>
    </p:embeddedFont>
    <p:embeddedFont>
      <p:font typeface="Vazir FD" pitchFamily="2" charset="-78"/>
      <p:regular r:id="rId81"/>
      <p:bold r:id="rId82"/>
    </p:embeddedFont>
    <p:embeddedFont>
      <p:font typeface="Vazir Light FD" pitchFamily="2" charset="-78"/>
      <p:regular r:id="rId83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commentAuthors" Target="commentAuthor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4.fntdata"/><Relationship Id="rId79" Type="http://schemas.openxmlformats.org/officeDocument/2006/relationships/font" Target="fonts/font9.fntdata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7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2.fntdata"/><Relationship Id="rId80" Type="http://schemas.openxmlformats.org/officeDocument/2006/relationships/font" Target="fonts/font10.fntdata"/><Relationship Id="rId85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notesMaster" Target="notesMasters/notesMaster1.xml"/><Relationship Id="rId75" Type="http://schemas.openxmlformats.org/officeDocument/2006/relationships/font" Target="fonts/font5.fntdata"/><Relationship Id="rId83" Type="http://schemas.openxmlformats.org/officeDocument/2006/relationships/font" Target="fonts/font13.fntdata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3.fntdata"/><Relationship Id="rId78" Type="http://schemas.openxmlformats.org/officeDocument/2006/relationships/font" Target="fonts/font8.fntdata"/><Relationship Id="rId81" Type="http://schemas.openxmlformats.org/officeDocument/2006/relationships/font" Target="fonts/font11.fntdata"/><Relationship Id="rId86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6.fntdata"/><Relationship Id="rId7" Type="http://schemas.openxmlformats.org/officeDocument/2006/relationships/slide" Target="slides/slide5.xml"/><Relationship Id="rId71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Relationship Id="rId5" Type="http://schemas.openxmlformats.org/officeDocument/2006/relationships/slide" Target="slide65.xml"/><Relationship Id="rId4" Type="http://schemas.openxmlformats.org/officeDocument/2006/relationships/slide" Target="slide6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5.xml"/><Relationship Id="rId5" Type="http://schemas.openxmlformats.org/officeDocument/2006/relationships/slide" Target="slide63.xml"/><Relationship Id="rId4" Type="http://schemas.openxmlformats.org/officeDocument/2006/relationships/slide" Target="slide6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63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7.xml"/><Relationship Id="rId4" Type="http://schemas.openxmlformats.org/officeDocument/2006/relationships/slide" Target="slide6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5.xml"/><Relationship Id="rId5" Type="http://schemas.openxmlformats.org/officeDocument/2006/relationships/slide" Target="slide63.xml"/><Relationship Id="rId4" Type="http://schemas.openxmlformats.org/officeDocument/2006/relationships/slide" Target="slide6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6.xml"/><Relationship Id="rId5" Type="http://schemas.openxmlformats.org/officeDocument/2006/relationships/slide" Target="slide64.xml"/><Relationship Id="rId4" Type="http://schemas.openxmlformats.org/officeDocument/2006/relationships/slide" Target="slide6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5.xml"/><Relationship Id="rId4" Type="http://schemas.openxmlformats.org/officeDocument/2006/relationships/slide" Target="slide6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5.xml"/><Relationship Id="rId4" Type="http://schemas.openxmlformats.org/officeDocument/2006/relationships/slide" Target="slide6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63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7.xml"/><Relationship Id="rId4" Type="http://schemas.openxmlformats.org/officeDocument/2006/relationships/slide" Target="slide6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7.xml"/><Relationship Id="rId5" Type="http://schemas.openxmlformats.org/officeDocument/2006/relationships/slide" Target="slide65.xml"/><Relationship Id="rId4" Type="http://schemas.openxmlformats.org/officeDocument/2006/relationships/slide" Target="slide6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7" Type="http://schemas.openxmlformats.org/officeDocument/2006/relationships/slide" Target="slide62.xml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5.xml"/><Relationship Id="rId4" Type="http://schemas.openxmlformats.org/officeDocument/2006/relationships/slide" Target="slide6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6.xml"/><Relationship Id="rId5" Type="http://schemas.openxmlformats.org/officeDocument/2006/relationships/slide" Target="slide64.xml"/><Relationship Id="rId4" Type="http://schemas.openxmlformats.org/officeDocument/2006/relationships/slide" Target="slide6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slide" Target="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6.xml"/><Relationship Id="rId5" Type="http://schemas.openxmlformats.org/officeDocument/2006/relationships/slide" Target="slide64.xml"/><Relationship Id="rId4" Type="http://schemas.openxmlformats.org/officeDocument/2006/relationships/slide" Target="slide6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6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65.xml"/><Relationship Id="rId4" Type="http://schemas.openxmlformats.org/officeDocument/2006/relationships/slide" Target="slide6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6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66.xml"/><Relationship Id="rId4" Type="http://schemas.openxmlformats.org/officeDocument/2006/relationships/slide" Target="slide6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66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21.jp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1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2E9D-E7E1-2493-CF4F-2ECDBFB52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0C85303-BF0D-2CEC-AB1B-C44EE64BB2D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050B32A0-0DB6-2B35-0CC1-FBC7D41067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هر اسکیم رمزنگاری از سه الگوریتم اساسی تشکیل شده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5616C8D-E46C-A731-23A6-295B0B0E0B3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16A806-DB4F-3583-40B8-C7C3AEECCBD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803861-79EB-559D-55AF-F058A637104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486E80-2047-8B33-4858-0B0089B30293}"/>
              </a:ext>
            </a:extLst>
          </p:cNvPr>
          <p:cNvSpPr/>
          <p:nvPr/>
        </p:nvSpPr>
        <p:spPr>
          <a:xfrm>
            <a:off x="1163782" y="1499415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544D12-320A-F90F-2438-9529E865FDA6}"/>
              </a:ext>
            </a:extLst>
          </p:cNvPr>
          <p:cNvSpPr/>
          <p:nvPr/>
        </p:nvSpPr>
        <p:spPr>
          <a:xfrm>
            <a:off x="3040589" y="1499414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CF159E-9E4F-1BB8-E44E-D656148CE2D7}"/>
              </a:ext>
            </a:extLst>
          </p:cNvPr>
          <p:cNvSpPr/>
          <p:nvPr/>
        </p:nvSpPr>
        <p:spPr>
          <a:xfrm>
            <a:off x="4917396" y="1499414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5CF2A2-992C-8124-F888-78EA3DF6F759}"/>
              </a:ext>
            </a:extLst>
          </p:cNvPr>
          <p:cNvSpPr/>
          <p:nvPr/>
        </p:nvSpPr>
        <p:spPr>
          <a:xfrm>
            <a:off x="1163782" y="243268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363334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7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build="p"/>
      <p:bldP spid="8" grpId="0" animBg="1"/>
      <p:bldP spid="9" grpId="0" animBg="1"/>
      <p:bldP spid="10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E5F1-2B4B-3EE2-B972-D3F730D42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8BE857A-2292-B850-ADE3-BE4EF068B3B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9A424DB9-E1A5-BB3D-6854-FD3FFEBF8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8EEBDF3-386D-E6B8-F825-AA28995711F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0D4DE45-1AAE-77A5-145E-C5BE15D406E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E4E62C7-C682-D3E9-D765-0CAFDFBA1C8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765257-C061-0CFC-2540-B96AB09A32BF}"/>
              </a:ext>
            </a:extLst>
          </p:cNvPr>
          <p:cNvSpPr/>
          <p:nvPr/>
        </p:nvSpPr>
        <p:spPr>
          <a:xfrm>
            <a:off x="5285252" y="206745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84898-03FD-E4D8-2A71-A8C009C0C2B1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811FDC7-7233-9287-8AF8-CB8DA1783527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5FD602-4A0A-160D-082F-B42D7A66BB59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783924-121E-8CD8-9657-09723E624026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CB0A65-89F0-F854-447F-5BE37936413A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C27808-425F-E5F7-2062-7A081C77A1D7}"/>
              </a:ext>
            </a:extLst>
          </p:cNvPr>
          <p:cNvSpPr/>
          <p:nvPr/>
        </p:nvSpPr>
        <p:spPr>
          <a:xfrm>
            <a:off x="4717039" y="2067452"/>
            <a:ext cx="2736530" cy="577646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76200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2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83AF8-D7B1-C543-4C04-FA8D90308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8ECBDF-1F30-1544-4EBD-8481E5C3215A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C91EBC80-1DCA-05E1-28D0-136CCCB434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5CD735-36F8-F82C-7E1C-C30C6413F22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F9D4165-0720-5E59-6CF3-7C9084BB74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3B2E7DA-8154-FECA-80F2-9C5543E792B4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2CBEC0-4441-5517-D638-87D562E30BA8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47D01B-2119-6981-5497-0F6DF0622449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DFEEB8-BF6A-268A-37FD-645FE0740FE3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C960018-0886-D09A-629A-A274995501B1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9F217F-BAA9-2B22-05A0-47F22D126FA4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F83983-8649-577B-6675-1013C054B149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437507-EA89-6372-F65F-FB3CF5E0167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C4F3F0-AAED-AE1D-A3A4-FBEDA98C9268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B12FF34-4157-E267-628D-36DC69CDF8C2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7B5C0E2-6D58-6E12-C1AC-79487DF804A4}"/>
              </a:ext>
            </a:extLst>
          </p:cNvPr>
          <p:cNvSpPr/>
          <p:nvPr/>
        </p:nvSpPr>
        <p:spPr>
          <a:xfrm>
            <a:off x="1076583" y="2473892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DA8E055-2BCC-CC51-7862-16C3ED95B585}"/>
              </a:ext>
            </a:extLst>
          </p:cNvPr>
          <p:cNvSpPr/>
          <p:nvPr/>
        </p:nvSpPr>
        <p:spPr>
          <a:xfrm>
            <a:off x="1076583" y="4112530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اجماع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 جهت رسیدن به کلید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2035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CBE2-346B-142C-AFBD-0587029B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5D5B668-4C23-D28E-7C6E-866B99DBC8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F83CCA8C-3D1C-EDF4-9472-8C9A07FCE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34686C-1BD4-5FB1-1C6A-39081E4E68C0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5CE10F6-3CD8-6EBE-52C7-6CD7296E2AA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CC24C9-EF7F-6C12-E2F3-56C24E59683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12E386-8A3A-42EC-6190-AD158DB53B05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EE2663-ED01-733F-7DBD-6294692C97D5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EC85242-7B2A-BC2C-4DED-B7AB266BE5E0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AC242E-C966-2F5B-148E-664D83994E3D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31A716-935F-53A0-0C55-00B86CF01F42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F585D-20A2-9F8B-A703-840603E24573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3A177D-4C99-6B07-CE8B-F68320A76D6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6446CA-C258-7182-F6A4-E9D06FEB59E4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7BABA7-A809-5E4E-C1CF-14D63745B344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740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6808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494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0500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6B9DF-4857-BB02-14D2-97E9E83B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B13B5D0-FADE-E914-C87E-22622281B3F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DDEFAA5-D83D-6C59-B224-3A5A655DE61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C16083F-57D7-ABF3-4581-3C4F2E5C9F7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B6D0C5C-0727-F779-E8A7-A221C1B2D3F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DB5BF72-F823-1CAA-3ADD-33C9C6A259C7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2302E9-E534-972F-A840-872ADFC705E4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D8C5AD-99B8-9D26-E751-027213372655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2826BD-AE8D-FC00-9712-7B3F844D2B96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69E4366-35F5-4679-43E3-A968D7879243}"/>
              </a:ext>
            </a:extLst>
          </p:cNvPr>
          <p:cNvSpPr/>
          <p:nvPr/>
        </p:nvSpPr>
        <p:spPr>
          <a:xfrm>
            <a:off x="1163782" y="4161051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E7366C-5222-752E-A78C-44C989F90FD9}"/>
              </a:ext>
            </a:extLst>
          </p:cNvPr>
          <p:cNvSpPr/>
          <p:nvPr/>
        </p:nvSpPr>
        <p:spPr>
          <a:xfrm>
            <a:off x="1163782" y="4809089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6827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F578-B599-32B3-3298-63750C78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0708A7D-F1FD-E50E-843F-084D293A109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9120B0C-BF94-691C-D89E-DE0BB56C3E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D7E4C45-75CA-1157-E586-47B963FA6C2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E56E83A-8AA3-1B80-000B-708994D2D1B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C4E0A46-C700-E9D0-CA36-25704B6AB72E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CFBDB-133F-AD0F-A3EF-A9EAD368C201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A541EC-0B74-6122-8AE2-59D45795CE69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70B576-CBB6-E003-A63C-804F79494E00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EC08736-11B3-4612-6186-BB6E2236046E}"/>
              </a:ext>
            </a:extLst>
          </p:cNvPr>
          <p:cNvSpPr/>
          <p:nvPr/>
        </p:nvSpPr>
        <p:spPr>
          <a:xfrm>
            <a:off x="3040589" y="4137248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A41700-C14A-4787-06E6-D4CCE941641F}"/>
              </a:ext>
            </a:extLst>
          </p:cNvPr>
          <p:cNvSpPr/>
          <p:nvPr/>
        </p:nvSpPr>
        <p:spPr>
          <a:xfrm>
            <a:off x="4917396" y="4137248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78186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2657DF24-5A9E-D541-5BD4-5E0FFB0091B5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E8DD8C3-2309-1DC8-EAF8-88786EA7DF52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93A15C95-691E-1ED5-9551-35BD9CFB89E7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0C7D55C-F085-0BCC-575D-CCED0C673551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96C273E-B2EB-9EB8-4054-A44AB4116DF2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E809709-720A-DC2E-1BE5-CF6B992D8ECD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9B25573B-63A7-E8D5-67BE-5606FE7BF2A9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7809E3-7F5C-9185-3E9C-D48F910A09D6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1398</TotalTime>
  <Words>3529</Words>
  <Application>Microsoft Office PowerPoint</Application>
  <PresentationFormat>Widescreen</PresentationFormat>
  <Paragraphs>818</Paragraphs>
  <Slides>67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67</vt:i4>
      </vt:variant>
    </vt:vector>
  </HeadingPairs>
  <TitlesOfParts>
    <vt:vector size="82" baseType="lpstr">
      <vt:lpstr>Cambria Math</vt:lpstr>
      <vt:lpstr>Vazir Light FD</vt:lpstr>
      <vt:lpstr>Segoe UI Semibold</vt:lpstr>
      <vt:lpstr>S Besmellah 1</vt:lpstr>
      <vt:lpstr>Arial</vt:lpstr>
      <vt:lpstr>B Titr</vt:lpstr>
      <vt:lpstr>Shabnam</vt:lpstr>
      <vt:lpstr>Samim FD</vt:lpstr>
      <vt:lpstr>Calibri Light</vt:lpstr>
      <vt:lpstr>Vazir FD</vt:lpstr>
      <vt:lpstr>Estedad Black</vt:lpstr>
      <vt:lpstr>Vazir Light FD\</vt:lpstr>
      <vt:lpstr>Calibri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طرح تکاملی</vt:lpstr>
      <vt:lpstr>طرح تکاملی</vt:lpstr>
      <vt:lpstr>طرح تکاملی</vt:lpstr>
      <vt:lpstr>طرح تکاملی</vt:lpstr>
      <vt:lpstr>PowerPoint Presentation</vt:lpstr>
      <vt:lpstr>PowerPoint Presentation</vt:lpstr>
      <vt:lpstr>طرح تکاملی</vt:lpstr>
      <vt:lpstr>طرح تکاملی</vt:lpstr>
      <vt:lpstr>عنوان فصل سوم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فصل پنجم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41</cp:revision>
  <dcterms:created xsi:type="dcterms:W3CDTF">2023-11-11T09:29:25Z</dcterms:created>
  <dcterms:modified xsi:type="dcterms:W3CDTF">2026-10-17T13:32:56Z</dcterms:modified>
</cp:coreProperties>
</file>